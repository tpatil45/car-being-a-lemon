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7" r:id="rId2"/>
  </p:sldIdLst>
  <p:sldSz cx="42803763" cy="30275213"/>
  <p:notesSz cx="6858000" cy="9144000"/>
  <p:defaultTextStyle>
    <a:defPPr>
      <a:defRPr lang="en-I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30" d="100"/>
          <a:sy n="30" d="100"/>
        </p:scale>
        <p:origin x="-720" y="-24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3BF4F-8682-452B-8F51-72E2490C26A9}"/>
              </a:ext>
            </a:extLst>
          </p:cNvPr>
          <p:cNvSpPr>
            <a:spLocks noGrp="1"/>
          </p:cNvSpPr>
          <p:nvPr>
            <p:ph type="ctrTitle"/>
          </p:nvPr>
        </p:nvSpPr>
        <p:spPr>
          <a:xfrm>
            <a:off x="5350471" y="4954766"/>
            <a:ext cx="32102822" cy="10540259"/>
          </a:xfrm>
        </p:spPr>
        <p:txBody>
          <a:bodyPr anchor="b"/>
          <a:lstStyle>
            <a:lvl1pPr algn="ctr">
              <a:defRPr sz="21065"/>
            </a:lvl1pPr>
          </a:lstStyle>
          <a:p>
            <a:r>
              <a:rPr lang="en-US"/>
              <a:t>Click to edit Master title style</a:t>
            </a:r>
            <a:endParaRPr lang="en-IO"/>
          </a:p>
        </p:txBody>
      </p:sp>
      <p:sp>
        <p:nvSpPr>
          <p:cNvPr id="3" name="Subtitle 2">
            <a:extLst>
              <a:ext uri="{FF2B5EF4-FFF2-40B4-BE49-F238E27FC236}">
                <a16:creationId xmlns:a16="http://schemas.microsoft.com/office/drawing/2014/main" id="{67FA3CA0-36ED-4A3D-8AB4-48EA88FFDA8A}"/>
              </a:ext>
            </a:extLst>
          </p:cNvPr>
          <p:cNvSpPr>
            <a:spLocks noGrp="1"/>
          </p:cNvSpPr>
          <p:nvPr>
            <p:ph type="subTitle" idx="1"/>
          </p:nvPr>
        </p:nvSpPr>
        <p:spPr>
          <a:xfrm>
            <a:off x="5350471" y="15901498"/>
            <a:ext cx="32102822" cy="7309499"/>
          </a:xfrm>
        </p:spPr>
        <p:txBody>
          <a:bodyPr/>
          <a:lstStyle>
            <a:lvl1pPr marL="0" indent="0" algn="ctr">
              <a:buNone/>
              <a:defRPr sz="8426"/>
            </a:lvl1pPr>
            <a:lvl2pPr marL="1605122" indent="0" algn="ctr">
              <a:buNone/>
              <a:defRPr sz="7022"/>
            </a:lvl2pPr>
            <a:lvl3pPr marL="3210243" indent="0" algn="ctr">
              <a:buNone/>
              <a:defRPr sz="6319"/>
            </a:lvl3pPr>
            <a:lvl4pPr marL="4815364" indent="0" algn="ctr">
              <a:buNone/>
              <a:defRPr sz="5617"/>
            </a:lvl4pPr>
            <a:lvl5pPr marL="6420485" indent="0" algn="ctr">
              <a:buNone/>
              <a:defRPr sz="5617"/>
            </a:lvl5pPr>
            <a:lvl6pPr marL="8025608" indent="0" algn="ctr">
              <a:buNone/>
              <a:defRPr sz="5617"/>
            </a:lvl6pPr>
            <a:lvl7pPr marL="9630729" indent="0" algn="ctr">
              <a:buNone/>
              <a:defRPr sz="5617"/>
            </a:lvl7pPr>
            <a:lvl8pPr marL="11235850" indent="0" algn="ctr">
              <a:buNone/>
              <a:defRPr sz="5617"/>
            </a:lvl8pPr>
            <a:lvl9pPr marL="12840971" indent="0" algn="ctr">
              <a:buNone/>
              <a:defRPr sz="5617"/>
            </a:lvl9pPr>
          </a:lstStyle>
          <a:p>
            <a:r>
              <a:rPr lang="en-US"/>
              <a:t>Click to edit Master subtitle style</a:t>
            </a:r>
            <a:endParaRPr lang="en-IO"/>
          </a:p>
        </p:txBody>
      </p:sp>
      <p:sp>
        <p:nvSpPr>
          <p:cNvPr id="4" name="Date Placeholder 3">
            <a:extLst>
              <a:ext uri="{FF2B5EF4-FFF2-40B4-BE49-F238E27FC236}">
                <a16:creationId xmlns:a16="http://schemas.microsoft.com/office/drawing/2014/main" id="{7607D841-7FE5-49F3-9D6D-F03A344AC215}"/>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86704B20-4B57-4ACB-86C9-2C89AE808003}"/>
              </a:ext>
            </a:extLst>
          </p:cNvPr>
          <p:cNvSpPr>
            <a:spLocks noGrp="1"/>
          </p:cNvSpPr>
          <p:nvPr>
            <p:ph type="ftr" sz="quarter" idx="11"/>
          </p:nvPr>
        </p:nvSpPr>
        <p:spPr/>
        <p:txBody>
          <a:bodyPr/>
          <a:lstStyle/>
          <a:p>
            <a:endParaRPr lang="en-IO"/>
          </a:p>
        </p:txBody>
      </p:sp>
      <p:sp>
        <p:nvSpPr>
          <p:cNvPr id="6" name="Slide Number Placeholder 5">
            <a:extLst>
              <a:ext uri="{FF2B5EF4-FFF2-40B4-BE49-F238E27FC236}">
                <a16:creationId xmlns:a16="http://schemas.microsoft.com/office/drawing/2014/main" id="{D02C3ED1-CF1E-4B75-B911-F5334285106A}"/>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3958690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F6A38-7786-4AB5-AAC2-819D25EF562C}"/>
              </a:ext>
            </a:extLst>
          </p:cNvPr>
          <p:cNvSpPr>
            <a:spLocks noGrp="1"/>
          </p:cNvSpPr>
          <p:nvPr>
            <p:ph type="title"/>
          </p:nvPr>
        </p:nvSpPr>
        <p:spPr/>
        <p:txBody>
          <a:bodyPr/>
          <a:lstStyle/>
          <a:p>
            <a:r>
              <a:rPr lang="en-US"/>
              <a:t>Click to edit Master title style</a:t>
            </a:r>
            <a:endParaRPr lang="en-IO"/>
          </a:p>
        </p:txBody>
      </p:sp>
      <p:sp>
        <p:nvSpPr>
          <p:cNvPr id="3" name="Content Placeholder 2">
            <a:extLst>
              <a:ext uri="{FF2B5EF4-FFF2-40B4-BE49-F238E27FC236}">
                <a16:creationId xmlns:a16="http://schemas.microsoft.com/office/drawing/2014/main" id="{F6C18C11-F609-4A6C-8E16-D2E9784A03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Date Placeholder 3">
            <a:extLst>
              <a:ext uri="{FF2B5EF4-FFF2-40B4-BE49-F238E27FC236}">
                <a16:creationId xmlns:a16="http://schemas.microsoft.com/office/drawing/2014/main" id="{BEB3F0A1-790F-4B14-90FB-88351656DDBC}"/>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380B5061-5B17-468B-BB4B-B2BF4AD1F0A4}"/>
              </a:ext>
            </a:extLst>
          </p:cNvPr>
          <p:cNvSpPr>
            <a:spLocks noGrp="1"/>
          </p:cNvSpPr>
          <p:nvPr>
            <p:ph type="ftr" sz="quarter" idx="11"/>
          </p:nvPr>
        </p:nvSpPr>
        <p:spPr/>
        <p:txBody>
          <a:bodyPr/>
          <a:lstStyle/>
          <a:p>
            <a:endParaRPr lang="en-IO"/>
          </a:p>
        </p:txBody>
      </p:sp>
      <p:sp>
        <p:nvSpPr>
          <p:cNvPr id="6" name="Slide Number Placeholder 5">
            <a:extLst>
              <a:ext uri="{FF2B5EF4-FFF2-40B4-BE49-F238E27FC236}">
                <a16:creationId xmlns:a16="http://schemas.microsoft.com/office/drawing/2014/main" id="{4FE30E0A-492E-4B44-997A-CF0559A3788D}"/>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701604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1E90-4A09-48F4-88A4-9482505A294B}"/>
              </a:ext>
            </a:extLst>
          </p:cNvPr>
          <p:cNvSpPr>
            <a:spLocks noGrp="1"/>
          </p:cNvSpPr>
          <p:nvPr>
            <p:ph type="title"/>
          </p:nvPr>
        </p:nvSpPr>
        <p:spPr>
          <a:xfrm>
            <a:off x="2920465" y="7547784"/>
            <a:ext cx="36918246" cy="12593645"/>
          </a:xfrm>
        </p:spPr>
        <p:txBody>
          <a:bodyPr anchor="b"/>
          <a:lstStyle>
            <a:lvl1pPr>
              <a:defRPr sz="21065"/>
            </a:lvl1pPr>
          </a:lstStyle>
          <a:p>
            <a:r>
              <a:rPr lang="en-US"/>
              <a:t>Click to edit Master title style</a:t>
            </a:r>
            <a:endParaRPr lang="en-IO"/>
          </a:p>
        </p:txBody>
      </p:sp>
      <p:sp>
        <p:nvSpPr>
          <p:cNvPr id="3" name="Text Placeholder 2">
            <a:extLst>
              <a:ext uri="{FF2B5EF4-FFF2-40B4-BE49-F238E27FC236}">
                <a16:creationId xmlns:a16="http://schemas.microsoft.com/office/drawing/2014/main" id="{183E64EA-92FD-4657-8763-F2CB7C412780}"/>
              </a:ext>
            </a:extLst>
          </p:cNvPr>
          <p:cNvSpPr>
            <a:spLocks noGrp="1"/>
          </p:cNvSpPr>
          <p:nvPr>
            <p:ph type="body" idx="1"/>
          </p:nvPr>
        </p:nvSpPr>
        <p:spPr>
          <a:xfrm>
            <a:off x="2920465" y="20260570"/>
            <a:ext cx="36918246" cy="6622701"/>
          </a:xfrm>
        </p:spPr>
        <p:txBody>
          <a:bodyPr/>
          <a:lstStyle>
            <a:lvl1pPr marL="0" indent="0">
              <a:buNone/>
              <a:defRPr sz="8426">
                <a:solidFill>
                  <a:schemeClr val="tx1">
                    <a:tint val="75000"/>
                  </a:schemeClr>
                </a:solidFill>
              </a:defRPr>
            </a:lvl1pPr>
            <a:lvl2pPr marL="1605122" indent="0">
              <a:buNone/>
              <a:defRPr sz="7022">
                <a:solidFill>
                  <a:schemeClr val="tx1">
                    <a:tint val="75000"/>
                  </a:schemeClr>
                </a:solidFill>
              </a:defRPr>
            </a:lvl2pPr>
            <a:lvl3pPr marL="3210243" indent="0">
              <a:buNone/>
              <a:defRPr sz="6319">
                <a:solidFill>
                  <a:schemeClr val="tx1">
                    <a:tint val="75000"/>
                  </a:schemeClr>
                </a:solidFill>
              </a:defRPr>
            </a:lvl3pPr>
            <a:lvl4pPr marL="4815364" indent="0">
              <a:buNone/>
              <a:defRPr sz="5617">
                <a:solidFill>
                  <a:schemeClr val="tx1">
                    <a:tint val="75000"/>
                  </a:schemeClr>
                </a:solidFill>
              </a:defRPr>
            </a:lvl4pPr>
            <a:lvl5pPr marL="6420485" indent="0">
              <a:buNone/>
              <a:defRPr sz="5617">
                <a:solidFill>
                  <a:schemeClr val="tx1">
                    <a:tint val="75000"/>
                  </a:schemeClr>
                </a:solidFill>
              </a:defRPr>
            </a:lvl5pPr>
            <a:lvl6pPr marL="8025608" indent="0">
              <a:buNone/>
              <a:defRPr sz="5617">
                <a:solidFill>
                  <a:schemeClr val="tx1">
                    <a:tint val="75000"/>
                  </a:schemeClr>
                </a:solidFill>
              </a:defRPr>
            </a:lvl6pPr>
            <a:lvl7pPr marL="9630729" indent="0">
              <a:buNone/>
              <a:defRPr sz="5617">
                <a:solidFill>
                  <a:schemeClr val="tx1">
                    <a:tint val="75000"/>
                  </a:schemeClr>
                </a:solidFill>
              </a:defRPr>
            </a:lvl7pPr>
            <a:lvl8pPr marL="11235850" indent="0">
              <a:buNone/>
              <a:defRPr sz="5617">
                <a:solidFill>
                  <a:schemeClr val="tx1">
                    <a:tint val="75000"/>
                  </a:schemeClr>
                </a:solidFill>
              </a:defRPr>
            </a:lvl8pPr>
            <a:lvl9pPr marL="12840971" indent="0">
              <a:buNone/>
              <a:defRPr sz="561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2842AC-F250-4791-A1C0-6034D0D3DC37}"/>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C63D1FE4-C947-454C-B54D-92F7CDFF5D6F}"/>
              </a:ext>
            </a:extLst>
          </p:cNvPr>
          <p:cNvSpPr>
            <a:spLocks noGrp="1"/>
          </p:cNvSpPr>
          <p:nvPr>
            <p:ph type="ftr" sz="quarter" idx="11"/>
          </p:nvPr>
        </p:nvSpPr>
        <p:spPr/>
        <p:txBody>
          <a:bodyPr/>
          <a:lstStyle/>
          <a:p>
            <a:endParaRPr lang="en-IO"/>
          </a:p>
        </p:txBody>
      </p:sp>
      <p:sp>
        <p:nvSpPr>
          <p:cNvPr id="6" name="Slide Number Placeholder 5">
            <a:extLst>
              <a:ext uri="{FF2B5EF4-FFF2-40B4-BE49-F238E27FC236}">
                <a16:creationId xmlns:a16="http://schemas.microsoft.com/office/drawing/2014/main" id="{A962BEF3-0CB8-4FF8-808F-704BAF772CF2}"/>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316157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5DC6-338F-4243-9632-F791583BA789}"/>
              </a:ext>
            </a:extLst>
          </p:cNvPr>
          <p:cNvSpPr>
            <a:spLocks noGrp="1"/>
          </p:cNvSpPr>
          <p:nvPr>
            <p:ph type="title"/>
          </p:nvPr>
        </p:nvSpPr>
        <p:spPr/>
        <p:txBody>
          <a:bodyPr/>
          <a:lstStyle/>
          <a:p>
            <a:r>
              <a:rPr lang="en-US"/>
              <a:t>Click to edit Master title style</a:t>
            </a:r>
            <a:endParaRPr lang="en-IO"/>
          </a:p>
        </p:txBody>
      </p:sp>
      <p:sp>
        <p:nvSpPr>
          <p:cNvPr id="3" name="Content Placeholder 2">
            <a:extLst>
              <a:ext uri="{FF2B5EF4-FFF2-40B4-BE49-F238E27FC236}">
                <a16:creationId xmlns:a16="http://schemas.microsoft.com/office/drawing/2014/main" id="{4569F935-7BE2-4BB8-A0F2-2AAFFA2EEF46}"/>
              </a:ext>
            </a:extLst>
          </p:cNvPr>
          <p:cNvSpPr>
            <a:spLocks noGrp="1"/>
          </p:cNvSpPr>
          <p:nvPr>
            <p:ph sz="half" idx="1"/>
          </p:nvPr>
        </p:nvSpPr>
        <p:spPr>
          <a:xfrm>
            <a:off x="2942759" y="8059375"/>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Content Placeholder 3">
            <a:extLst>
              <a:ext uri="{FF2B5EF4-FFF2-40B4-BE49-F238E27FC236}">
                <a16:creationId xmlns:a16="http://schemas.microsoft.com/office/drawing/2014/main" id="{8ED319D1-D016-407B-8920-3177D2E98E3F}"/>
              </a:ext>
            </a:extLst>
          </p:cNvPr>
          <p:cNvSpPr>
            <a:spLocks noGrp="1"/>
          </p:cNvSpPr>
          <p:nvPr>
            <p:ph sz="half" idx="2"/>
          </p:nvPr>
        </p:nvSpPr>
        <p:spPr>
          <a:xfrm>
            <a:off x="21669405" y="8059375"/>
            <a:ext cx="18191599"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5" name="Date Placeholder 4">
            <a:extLst>
              <a:ext uri="{FF2B5EF4-FFF2-40B4-BE49-F238E27FC236}">
                <a16:creationId xmlns:a16="http://schemas.microsoft.com/office/drawing/2014/main" id="{27878823-2346-453E-AE22-088BA4972404}"/>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6" name="Footer Placeholder 5">
            <a:extLst>
              <a:ext uri="{FF2B5EF4-FFF2-40B4-BE49-F238E27FC236}">
                <a16:creationId xmlns:a16="http://schemas.microsoft.com/office/drawing/2014/main" id="{78E42BFB-6FAC-427C-B30C-6F7FBD316D75}"/>
              </a:ext>
            </a:extLst>
          </p:cNvPr>
          <p:cNvSpPr>
            <a:spLocks noGrp="1"/>
          </p:cNvSpPr>
          <p:nvPr>
            <p:ph type="ftr" sz="quarter" idx="11"/>
          </p:nvPr>
        </p:nvSpPr>
        <p:spPr/>
        <p:txBody>
          <a:bodyPr/>
          <a:lstStyle/>
          <a:p>
            <a:endParaRPr lang="en-IO"/>
          </a:p>
        </p:txBody>
      </p:sp>
      <p:sp>
        <p:nvSpPr>
          <p:cNvPr id="7" name="Slide Number Placeholder 6">
            <a:extLst>
              <a:ext uri="{FF2B5EF4-FFF2-40B4-BE49-F238E27FC236}">
                <a16:creationId xmlns:a16="http://schemas.microsoft.com/office/drawing/2014/main" id="{1630F89C-E11E-46BB-AAB6-45F4E867A020}"/>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97553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14C4A-DF6E-4DA0-8147-D8A4B70AC157}"/>
              </a:ext>
            </a:extLst>
          </p:cNvPr>
          <p:cNvSpPr>
            <a:spLocks noGrp="1"/>
          </p:cNvSpPr>
          <p:nvPr>
            <p:ph type="title"/>
          </p:nvPr>
        </p:nvSpPr>
        <p:spPr>
          <a:xfrm>
            <a:off x="2948335" y="1611877"/>
            <a:ext cx="36918246" cy="5851808"/>
          </a:xfrm>
        </p:spPr>
        <p:txBody>
          <a:bodyPr/>
          <a:lstStyle/>
          <a:p>
            <a:r>
              <a:rPr lang="en-US"/>
              <a:t>Click to edit Master title style</a:t>
            </a:r>
            <a:endParaRPr lang="en-IO"/>
          </a:p>
        </p:txBody>
      </p:sp>
      <p:sp>
        <p:nvSpPr>
          <p:cNvPr id="3" name="Text Placeholder 2">
            <a:extLst>
              <a:ext uri="{FF2B5EF4-FFF2-40B4-BE49-F238E27FC236}">
                <a16:creationId xmlns:a16="http://schemas.microsoft.com/office/drawing/2014/main" id="{77F4AF78-23FF-4B3D-A091-32F3D3C4B5B0}"/>
              </a:ext>
            </a:extLst>
          </p:cNvPr>
          <p:cNvSpPr>
            <a:spLocks noGrp="1"/>
          </p:cNvSpPr>
          <p:nvPr>
            <p:ph type="body" idx="1"/>
          </p:nvPr>
        </p:nvSpPr>
        <p:spPr>
          <a:xfrm>
            <a:off x="2948337" y="7421634"/>
            <a:ext cx="18107995" cy="3637228"/>
          </a:xfrm>
        </p:spPr>
        <p:txBody>
          <a:bodyPr anchor="b"/>
          <a:lstStyle>
            <a:lvl1pPr marL="0" indent="0">
              <a:buNone/>
              <a:defRPr sz="8426" b="1"/>
            </a:lvl1pPr>
            <a:lvl2pPr marL="1605122" indent="0">
              <a:buNone/>
              <a:defRPr sz="7022" b="1"/>
            </a:lvl2pPr>
            <a:lvl3pPr marL="3210243" indent="0">
              <a:buNone/>
              <a:defRPr sz="6319" b="1"/>
            </a:lvl3pPr>
            <a:lvl4pPr marL="4815364" indent="0">
              <a:buNone/>
              <a:defRPr sz="5617" b="1"/>
            </a:lvl4pPr>
            <a:lvl5pPr marL="6420485" indent="0">
              <a:buNone/>
              <a:defRPr sz="5617" b="1"/>
            </a:lvl5pPr>
            <a:lvl6pPr marL="8025608" indent="0">
              <a:buNone/>
              <a:defRPr sz="5617" b="1"/>
            </a:lvl6pPr>
            <a:lvl7pPr marL="9630729" indent="0">
              <a:buNone/>
              <a:defRPr sz="5617" b="1"/>
            </a:lvl7pPr>
            <a:lvl8pPr marL="11235850" indent="0">
              <a:buNone/>
              <a:defRPr sz="5617" b="1"/>
            </a:lvl8pPr>
            <a:lvl9pPr marL="12840971" indent="0">
              <a:buNone/>
              <a:defRPr sz="5617" b="1"/>
            </a:lvl9pPr>
          </a:lstStyle>
          <a:p>
            <a:pPr lvl="0"/>
            <a:r>
              <a:rPr lang="en-US"/>
              <a:t>Click to edit Master text styles</a:t>
            </a:r>
          </a:p>
        </p:txBody>
      </p:sp>
      <p:sp>
        <p:nvSpPr>
          <p:cNvPr id="4" name="Content Placeholder 3">
            <a:extLst>
              <a:ext uri="{FF2B5EF4-FFF2-40B4-BE49-F238E27FC236}">
                <a16:creationId xmlns:a16="http://schemas.microsoft.com/office/drawing/2014/main" id="{8ADAFFC2-5E92-4788-B3F1-D785F48DDB49}"/>
              </a:ext>
            </a:extLst>
          </p:cNvPr>
          <p:cNvSpPr>
            <a:spLocks noGrp="1"/>
          </p:cNvSpPr>
          <p:nvPr>
            <p:ph sz="half" idx="2"/>
          </p:nvPr>
        </p:nvSpPr>
        <p:spPr>
          <a:xfrm>
            <a:off x="2948337" y="11058863"/>
            <a:ext cx="18107995"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5" name="Text Placeholder 4">
            <a:extLst>
              <a:ext uri="{FF2B5EF4-FFF2-40B4-BE49-F238E27FC236}">
                <a16:creationId xmlns:a16="http://schemas.microsoft.com/office/drawing/2014/main" id="{AFAD47D1-4C8F-418B-99C5-F31FF39BD611}"/>
              </a:ext>
            </a:extLst>
          </p:cNvPr>
          <p:cNvSpPr>
            <a:spLocks noGrp="1"/>
          </p:cNvSpPr>
          <p:nvPr>
            <p:ph type="body" sz="quarter" idx="3"/>
          </p:nvPr>
        </p:nvSpPr>
        <p:spPr>
          <a:xfrm>
            <a:off x="21669405" y="7421634"/>
            <a:ext cx="18197174" cy="3637228"/>
          </a:xfrm>
        </p:spPr>
        <p:txBody>
          <a:bodyPr anchor="b"/>
          <a:lstStyle>
            <a:lvl1pPr marL="0" indent="0">
              <a:buNone/>
              <a:defRPr sz="8426" b="1"/>
            </a:lvl1pPr>
            <a:lvl2pPr marL="1605122" indent="0">
              <a:buNone/>
              <a:defRPr sz="7022" b="1"/>
            </a:lvl2pPr>
            <a:lvl3pPr marL="3210243" indent="0">
              <a:buNone/>
              <a:defRPr sz="6319" b="1"/>
            </a:lvl3pPr>
            <a:lvl4pPr marL="4815364" indent="0">
              <a:buNone/>
              <a:defRPr sz="5617" b="1"/>
            </a:lvl4pPr>
            <a:lvl5pPr marL="6420485" indent="0">
              <a:buNone/>
              <a:defRPr sz="5617" b="1"/>
            </a:lvl5pPr>
            <a:lvl6pPr marL="8025608" indent="0">
              <a:buNone/>
              <a:defRPr sz="5617" b="1"/>
            </a:lvl6pPr>
            <a:lvl7pPr marL="9630729" indent="0">
              <a:buNone/>
              <a:defRPr sz="5617" b="1"/>
            </a:lvl7pPr>
            <a:lvl8pPr marL="11235850" indent="0">
              <a:buNone/>
              <a:defRPr sz="5617" b="1"/>
            </a:lvl8pPr>
            <a:lvl9pPr marL="12840971" indent="0">
              <a:buNone/>
              <a:defRPr sz="5617" b="1"/>
            </a:lvl9pPr>
          </a:lstStyle>
          <a:p>
            <a:pPr lvl="0"/>
            <a:r>
              <a:rPr lang="en-US"/>
              <a:t>Click to edit Master text styles</a:t>
            </a:r>
          </a:p>
        </p:txBody>
      </p:sp>
      <p:sp>
        <p:nvSpPr>
          <p:cNvPr id="6" name="Content Placeholder 5">
            <a:extLst>
              <a:ext uri="{FF2B5EF4-FFF2-40B4-BE49-F238E27FC236}">
                <a16:creationId xmlns:a16="http://schemas.microsoft.com/office/drawing/2014/main" id="{7F60A98D-018C-4103-9799-9E55079F2FC9}"/>
              </a:ext>
            </a:extLst>
          </p:cNvPr>
          <p:cNvSpPr>
            <a:spLocks noGrp="1"/>
          </p:cNvSpPr>
          <p:nvPr>
            <p:ph sz="quarter" idx="4"/>
          </p:nvPr>
        </p:nvSpPr>
        <p:spPr>
          <a:xfrm>
            <a:off x="21669405" y="11058863"/>
            <a:ext cx="18197174"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7" name="Date Placeholder 6">
            <a:extLst>
              <a:ext uri="{FF2B5EF4-FFF2-40B4-BE49-F238E27FC236}">
                <a16:creationId xmlns:a16="http://schemas.microsoft.com/office/drawing/2014/main" id="{0B9C550D-40FB-4F77-997B-75A419828184}"/>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8" name="Footer Placeholder 7">
            <a:extLst>
              <a:ext uri="{FF2B5EF4-FFF2-40B4-BE49-F238E27FC236}">
                <a16:creationId xmlns:a16="http://schemas.microsoft.com/office/drawing/2014/main" id="{9BAB8D2D-F288-4676-BE58-CBD521D621F0}"/>
              </a:ext>
            </a:extLst>
          </p:cNvPr>
          <p:cNvSpPr>
            <a:spLocks noGrp="1"/>
          </p:cNvSpPr>
          <p:nvPr>
            <p:ph type="ftr" sz="quarter" idx="11"/>
          </p:nvPr>
        </p:nvSpPr>
        <p:spPr/>
        <p:txBody>
          <a:bodyPr/>
          <a:lstStyle/>
          <a:p>
            <a:endParaRPr lang="en-IO"/>
          </a:p>
        </p:txBody>
      </p:sp>
      <p:sp>
        <p:nvSpPr>
          <p:cNvPr id="9" name="Slide Number Placeholder 8">
            <a:extLst>
              <a:ext uri="{FF2B5EF4-FFF2-40B4-BE49-F238E27FC236}">
                <a16:creationId xmlns:a16="http://schemas.microsoft.com/office/drawing/2014/main" id="{241B7828-055C-4935-9763-0031B448A8CD}"/>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4228651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23CA5-7020-4E95-848B-DE2270CDDD53}"/>
              </a:ext>
            </a:extLst>
          </p:cNvPr>
          <p:cNvSpPr>
            <a:spLocks noGrp="1"/>
          </p:cNvSpPr>
          <p:nvPr>
            <p:ph type="title"/>
          </p:nvPr>
        </p:nvSpPr>
        <p:spPr/>
        <p:txBody>
          <a:bodyPr/>
          <a:lstStyle/>
          <a:p>
            <a:r>
              <a:rPr lang="en-US"/>
              <a:t>Click to edit Master title style</a:t>
            </a:r>
            <a:endParaRPr lang="en-IO"/>
          </a:p>
        </p:txBody>
      </p:sp>
      <p:sp>
        <p:nvSpPr>
          <p:cNvPr id="3" name="Date Placeholder 2">
            <a:extLst>
              <a:ext uri="{FF2B5EF4-FFF2-40B4-BE49-F238E27FC236}">
                <a16:creationId xmlns:a16="http://schemas.microsoft.com/office/drawing/2014/main" id="{0D76B8A2-8EEC-4213-8C25-516B4348F291}"/>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4" name="Footer Placeholder 3">
            <a:extLst>
              <a:ext uri="{FF2B5EF4-FFF2-40B4-BE49-F238E27FC236}">
                <a16:creationId xmlns:a16="http://schemas.microsoft.com/office/drawing/2014/main" id="{DC5D3ECD-634E-45DF-94E6-EB4821FB776D}"/>
              </a:ext>
            </a:extLst>
          </p:cNvPr>
          <p:cNvSpPr>
            <a:spLocks noGrp="1"/>
          </p:cNvSpPr>
          <p:nvPr>
            <p:ph type="ftr" sz="quarter" idx="11"/>
          </p:nvPr>
        </p:nvSpPr>
        <p:spPr/>
        <p:txBody>
          <a:bodyPr/>
          <a:lstStyle/>
          <a:p>
            <a:endParaRPr lang="en-IO"/>
          </a:p>
        </p:txBody>
      </p:sp>
      <p:sp>
        <p:nvSpPr>
          <p:cNvPr id="5" name="Slide Number Placeholder 4">
            <a:extLst>
              <a:ext uri="{FF2B5EF4-FFF2-40B4-BE49-F238E27FC236}">
                <a16:creationId xmlns:a16="http://schemas.microsoft.com/office/drawing/2014/main" id="{F52E1D8B-48F6-49BB-B4D8-CE9F7E6C0154}"/>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576173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423D76-BE2B-4183-B6E5-C72BBBC0FFAC}"/>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3" name="Footer Placeholder 2">
            <a:extLst>
              <a:ext uri="{FF2B5EF4-FFF2-40B4-BE49-F238E27FC236}">
                <a16:creationId xmlns:a16="http://schemas.microsoft.com/office/drawing/2014/main" id="{DC681656-8B6E-45DB-9FA0-07704BD952C4}"/>
              </a:ext>
            </a:extLst>
          </p:cNvPr>
          <p:cNvSpPr>
            <a:spLocks noGrp="1"/>
          </p:cNvSpPr>
          <p:nvPr>
            <p:ph type="ftr" sz="quarter" idx="11"/>
          </p:nvPr>
        </p:nvSpPr>
        <p:spPr/>
        <p:txBody>
          <a:bodyPr/>
          <a:lstStyle/>
          <a:p>
            <a:endParaRPr lang="en-IO"/>
          </a:p>
        </p:txBody>
      </p:sp>
      <p:sp>
        <p:nvSpPr>
          <p:cNvPr id="4" name="Slide Number Placeholder 3">
            <a:extLst>
              <a:ext uri="{FF2B5EF4-FFF2-40B4-BE49-F238E27FC236}">
                <a16:creationId xmlns:a16="http://schemas.microsoft.com/office/drawing/2014/main" id="{2ED9A4AF-3293-4D79-9B1E-4B8C2D0F09EE}"/>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076995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A5BC6-5257-458A-B818-E86EFEB041D4}"/>
              </a:ext>
            </a:extLst>
          </p:cNvPr>
          <p:cNvSpPr>
            <a:spLocks noGrp="1"/>
          </p:cNvSpPr>
          <p:nvPr>
            <p:ph type="title"/>
          </p:nvPr>
        </p:nvSpPr>
        <p:spPr>
          <a:xfrm>
            <a:off x="2948337" y="2018348"/>
            <a:ext cx="13805325" cy="7064216"/>
          </a:xfrm>
        </p:spPr>
        <p:txBody>
          <a:bodyPr anchor="b"/>
          <a:lstStyle>
            <a:lvl1pPr>
              <a:defRPr sz="11235"/>
            </a:lvl1pPr>
          </a:lstStyle>
          <a:p>
            <a:r>
              <a:rPr lang="en-US"/>
              <a:t>Click to edit Master title style</a:t>
            </a:r>
            <a:endParaRPr lang="en-IO"/>
          </a:p>
        </p:txBody>
      </p:sp>
      <p:sp>
        <p:nvSpPr>
          <p:cNvPr id="3" name="Content Placeholder 2">
            <a:extLst>
              <a:ext uri="{FF2B5EF4-FFF2-40B4-BE49-F238E27FC236}">
                <a16:creationId xmlns:a16="http://schemas.microsoft.com/office/drawing/2014/main" id="{70684C72-F34B-4E53-A52C-6E2B4BB08998}"/>
              </a:ext>
            </a:extLst>
          </p:cNvPr>
          <p:cNvSpPr>
            <a:spLocks noGrp="1"/>
          </p:cNvSpPr>
          <p:nvPr>
            <p:ph idx="1"/>
          </p:nvPr>
        </p:nvSpPr>
        <p:spPr>
          <a:xfrm>
            <a:off x="18197174" y="4359072"/>
            <a:ext cx="21669405" cy="21515024"/>
          </a:xfrm>
        </p:spPr>
        <p:txBody>
          <a:bodyPr/>
          <a:lstStyle>
            <a:lvl1pPr>
              <a:defRPr sz="11235"/>
            </a:lvl1pPr>
            <a:lvl2pPr>
              <a:defRPr sz="9830"/>
            </a:lvl2pPr>
            <a:lvl3pPr>
              <a:defRPr sz="8426"/>
            </a:lvl3pPr>
            <a:lvl4pPr>
              <a:defRPr sz="7022"/>
            </a:lvl4pPr>
            <a:lvl5pPr>
              <a:defRPr sz="7022"/>
            </a:lvl5pPr>
            <a:lvl6pPr>
              <a:defRPr sz="7022"/>
            </a:lvl6pPr>
            <a:lvl7pPr>
              <a:defRPr sz="7022"/>
            </a:lvl7pPr>
            <a:lvl8pPr>
              <a:defRPr sz="7022"/>
            </a:lvl8pPr>
            <a:lvl9pPr>
              <a:defRPr sz="70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Text Placeholder 3">
            <a:extLst>
              <a:ext uri="{FF2B5EF4-FFF2-40B4-BE49-F238E27FC236}">
                <a16:creationId xmlns:a16="http://schemas.microsoft.com/office/drawing/2014/main" id="{5FFBDD3F-B528-4D46-97C7-CF22C04EB337}"/>
              </a:ext>
            </a:extLst>
          </p:cNvPr>
          <p:cNvSpPr>
            <a:spLocks noGrp="1"/>
          </p:cNvSpPr>
          <p:nvPr>
            <p:ph type="body" sz="half" idx="2"/>
          </p:nvPr>
        </p:nvSpPr>
        <p:spPr>
          <a:xfrm>
            <a:off x="2948337" y="9082565"/>
            <a:ext cx="13805325" cy="16826573"/>
          </a:xfrm>
        </p:spPr>
        <p:txBody>
          <a:bodyPr/>
          <a:lstStyle>
            <a:lvl1pPr marL="0" indent="0">
              <a:buNone/>
              <a:defRPr sz="5617"/>
            </a:lvl1pPr>
            <a:lvl2pPr marL="1605122" indent="0">
              <a:buNone/>
              <a:defRPr sz="4915"/>
            </a:lvl2pPr>
            <a:lvl3pPr marL="3210243" indent="0">
              <a:buNone/>
              <a:defRPr sz="4213"/>
            </a:lvl3pPr>
            <a:lvl4pPr marL="4815364" indent="0">
              <a:buNone/>
              <a:defRPr sz="3511"/>
            </a:lvl4pPr>
            <a:lvl5pPr marL="6420485" indent="0">
              <a:buNone/>
              <a:defRPr sz="3511"/>
            </a:lvl5pPr>
            <a:lvl6pPr marL="8025608" indent="0">
              <a:buNone/>
              <a:defRPr sz="3511"/>
            </a:lvl6pPr>
            <a:lvl7pPr marL="9630729" indent="0">
              <a:buNone/>
              <a:defRPr sz="3511"/>
            </a:lvl7pPr>
            <a:lvl8pPr marL="11235850" indent="0">
              <a:buNone/>
              <a:defRPr sz="3511"/>
            </a:lvl8pPr>
            <a:lvl9pPr marL="12840971" indent="0">
              <a:buNone/>
              <a:defRPr sz="3511"/>
            </a:lvl9pPr>
          </a:lstStyle>
          <a:p>
            <a:pPr lvl="0"/>
            <a:r>
              <a:rPr lang="en-US"/>
              <a:t>Click to edit Master text styles</a:t>
            </a:r>
          </a:p>
        </p:txBody>
      </p:sp>
      <p:sp>
        <p:nvSpPr>
          <p:cNvPr id="5" name="Date Placeholder 4">
            <a:extLst>
              <a:ext uri="{FF2B5EF4-FFF2-40B4-BE49-F238E27FC236}">
                <a16:creationId xmlns:a16="http://schemas.microsoft.com/office/drawing/2014/main" id="{6EBD66C0-FFDD-4701-A2AC-48DA88A95F09}"/>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6" name="Footer Placeholder 5">
            <a:extLst>
              <a:ext uri="{FF2B5EF4-FFF2-40B4-BE49-F238E27FC236}">
                <a16:creationId xmlns:a16="http://schemas.microsoft.com/office/drawing/2014/main" id="{794E79A8-B00D-41F3-B560-E6CB033671E4}"/>
              </a:ext>
            </a:extLst>
          </p:cNvPr>
          <p:cNvSpPr>
            <a:spLocks noGrp="1"/>
          </p:cNvSpPr>
          <p:nvPr>
            <p:ph type="ftr" sz="quarter" idx="11"/>
          </p:nvPr>
        </p:nvSpPr>
        <p:spPr/>
        <p:txBody>
          <a:bodyPr/>
          <a:lstStyle/>
          <a:p>
            <a:endParaRPr lang="en-IO"/>
          </a:p>
        </p:txBody>
      </p:sp>
      <p:sp>
        <p:nvSpPr>
          <p:cNvPr id="7" name="Slide Number Placeholder 6">
            <a:extLst>
              <a:ext uri="{FF2B5EF4-FFF2-40B4-BE49-F238E27FC236}">
                <a16:creationId xmlns:a16="http://schemas.microsoft.com/office/drawing/2014/main" id="{62885D4E-41FC-4A17-BA05-1271031FECC8}"/>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3883811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6B503-54C8-4121-8D78-BF32FB2C4574}"/>
              </a:ext>
            </a:extLst>
          </p:cNvPr>
          <p:cNvSpPr>
            <a:spLocks noGrp="1"/>
          </p:cNvSpPr>
          <p:nvPr>
            <p:ph type="title"/>
          </p:nvPr>
        </p:nvSpPr>
        <p:spPr>
          <a:xfrm>
            <a:off x="2948337" y="2018348"/>
            <a:ext cx="13805325" cy="7064216"/>
          </a:xfrm>
        </p:spPr>
        <p:txBody>
          <a:bodyPr anchor="b"/>
          <a:lstStyle>
            <a:lvl1pPr>
              <a:defRPr sz="11235"/>
            </a:lvl1pPr>
          </a:lstStyle>
          <a:p>
            <a:r>
              <a:rPr lang="en-US"/>
              <a:t>Click to edit Master title style</a:t>
            </a:r>
            <a:endParaRPr lang="en-IO"/>
          </a:p>
        </p:txBody>
      </p:sp>
      <p:sp>
        <p:nvSpPr>
          <p:cNvPr id="3" name="Picture Placeholder 2">
            <a:extLst>
              <a:ext uri="{FF2B5EF4-FFF2-40B4-BE49-F238E27FC236}">
                <a16:creationId xmlns:a16="http://schemas.microsoft.com/office/drawing/2014/main" id="{3030C876-418F-4B9E-85E7-BDE4D0CAC918}"/>
              </a:ext>
            </a:extLst>
          </p:cNvPr>
          <p:cNvSpPr>
            <a:spLocks noGrp="1"/>
          </p:cNvSpPr>
          <p:nvPr>
            <p:ph type="pic" idx="1"/>
          </p:nvPr>
        </p:nvSpPr>
        <p:spPr>
          <a:xfrm>
            <a:off x="18197174" y="4359072"/>
            <a:ext cx="21669405" cy="21515024"/>
          </a:xfrm>
        </p:spPr>
        <p:txBody>
          <a:bodyPr/>
          <a:lstStyle>
            <a:lvl1pPr marL="0" indent="0">
              <a:buNone/>
              <a:defRPr sz="11235"/>
            </a:lvl1pPr>
            <a:lvl2pPr marL="1605122" indent="0">
              <a:buNone/>
              <a:defRPr sz="9830"/>
            </a:lvl2pPr>
            <a:lvl3pPr marL="3210243" indent="0">
              <a:buNone/>
              <a:defRPr sz="8426"/>
            </a:lvl3pPr>
            <a:lvl4pPr marL="4815364" indent="0">
              <a:buNone/>
              <a:defRPr sz="7022"/>
            </a:lvl4pPr>
            <a:lvl5pPr marL="6420485" indent="0">
              <a:buNone/>
              <a:defRPr sz="7022"/>
            </a:lvl5pPr>
            <a:lvl6pPr marL="8025608" indent="0">
              <a:buNone/>
              <a:defRPr sz="7022"/>
            </a:lvl6pPr>
            <a:lvl7pPr marL="9630729" indent="0">
              <a:buNone/>
              <a:defRPr sz="7022"/>
            </a:lvl7pPr>
            <a:lvl8pPr marL="11235850" indent="0">
              <a:buNone/>
              <a:defRPr sz="7022"/>
            </a:lvl8pPr>
            <a:lvl9pPr marL="12840971" indent="0">
              <a:buNone/>
              <a:defRPr sz="7022"/>
            </a:lvl9pPr>
          </a:lstStyle>
          <a:p>
            <a:endParaRPr lang="en-IO"/>
          </a:p>
        </p:txBody>
      </p:sp>
      <p:sp>
        <p:nvSpPr>
          <p:cNvPr id="4" name="Text Placeholder 3">
            <a:extLst>
              <a:ext uri="{FF2B5EF4-FFF2-40B4-BE49-F238E27FC236}">
                <a16:creationId xmlns:a16="http://schemas.microsoft.com/office/drawing/2014/main" id="{15BBEC83-4ED6-40AB-8F9D-6A548BCAFD0E}"/>
              </a:ext>
            </a:extLst>
          </p:cNvPr>
          <p:cNvSpPr>
            <a:spLocks noGrp="1"/>
          </p:cNvSpPr>
          <p:nvPr>
            <p:ph type="body" sz="half" idx="2"/>
          </p:nvPr>
        </p:nvSpPr>
        <p:spPr>
          <a:xfrm>
            <a:off x="2948337" y="9082565"/>
            <a:ext cx="13805325" cy="16826573"/>
          </a:xfrm>
        </p:spPr>
        <p:txBody>
          <a:bodyPr/>
          <a:lstStyle>
            <a:lvl1pPr marL="0" indent="0">
              <a:buNone/>
              <a:defRPr sz="5617"/>
            </a:lvl1pPr>
            <a:lvl2pPr marL="1605122" indent="0">
              <a:buNone/>
              <a:defRPr sz="4915"/>
            </a:lvl2pPr>
            <a:lvl3pPr marL="3210243" indent="0">
              <a:buNone/>
              <a:defRPr sz="4213"/>
            </a:lvl3pPr>
            <a:lvl4pPr marL="4815364" indent="0">
              <a:buNone/>
              <a:defRPr sz="3511"/>
            </a:lvl4pPr>
            <a:lvl5pPr marL="6420485" indent="0">
              <a:buNone/>
              <a:defRPr sz="3511"/>
            </a:lvl5pPr>
            <a:lvl6pPr marL="8025608" indent="0">
              <a:buNone/>
              <a:defRPr sz="3511"/>
            </a:lvl6pPr>
            <a:lvl7pPr marL="9630729" indent="0">
              <a:buNone/>
              <a:defRPr sz="3511"/>
            </a:lvl7pPr>
            <a:lvl8pPr marL="11235850" indent="0">
              <a:buNone/>
              <a:defRPr sz="3511"/>
            </a:lvl8pPr>
            <a:lvl9pPr marL="12840971" indent="0">
              <a:buNone/>
              <a:defRPr sz="3511"/>
            </a:lvl9pPr>
          </a:lstStyle>
          <a:p>
            <a:pPr lvl="0"/>
            <a:r>
              <a:rPr lang="en-US"/>
              <a:t>Click to edit Master text styles</a:t>
            </a:r>
          </a:p>
        </p:txBody>
      </p:sp>
      <p:sp>
        <p:nvSpPr>
          <p:cNvPr id="5" name="Date Placeholder 4">
            <a:extLst>
              <a:ext uri="{FF2B5EF4-FFF2-40B4-BE49-F238E27FC236}">
                <a16:creationId xmlns:a16="http://schemas.microsoft.com/office/drawing/2014/main" id="{1AFC6D0F-A902-44B3-92E6-173485199EF9}"/>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6" name="Footer Placeholder 5">
            <a:extLst>
              <a:ext uri="{FF2B5EF4-FFF2-40B4-BE49-F238E27FC236}">
                <a16:creationId xmlns:a16="http://schemas.microsoft.com/office/drawing/2014/main" id="{1B7232FD-8CEE-4373-9F72-AC7B7C475C1F}"/>
              </a:ext>
            </a:extLst>
          </p:cNvPr>
          <p:cNvSpPr>
            <a:spLocks noGrp="1"/>
          </p:cNvSpPr>
          <p:nvPr>
            <p:ph type="ftr" sz="quarter" idx="11"/>
          </p:nvPr>
        </p:nvSpPr>
        <p:spPr/>
        <p:txBody>
          <a:bodyPr/>
          <a:lstStyle/>
          <a:p>
            <a:endParaRPr lang="en-IO"/>
          </a:p>
        </p:txBody>
      </p:sp>
      <p:sp>
        <p:nvSpPr>
          <p:cNvPr id="7" name="Slide Number Placeholder 6">
            <a:extLst>
              <a:ext uri="{FF2B5EF4-FFF2-40B4-BE49-F238E27FC236}">
                <a16:creationId xmlns:a16="http://schemas.microsoft.com/office/drawing/2014/main" id="{F6856D62-B3FD-495D-BA56-50A2061BAB83}"/>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97276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864DD-2169-4B76-9863-D44D82A477DF}"/>
              </a:ext>
            </a:extLst>
          </p:cNvPr>
          <p:cNvSpPr>
            <a:spLocks noGrp="1"/>
          </p:cNvSpPr>
          <p:nvPr>
            <p:ph type="title"/>
          </p:nvPr>
        </p:nvSpPr>
        <p:spPr/>
        <p:txBody>
          <a:bodyPr/>
          <a:lstStyle/>
          <a:p>
            <a:r>
              <a:rPr lang="en-US"/>
              <a:t>Click to edit Master title style</a:t>
            </a:r>
            <a:endParaRPr lang="en-IO"/>
          </a:p>
        </p:txBody>
      </p:sp>
      <p:sp>
        <p:nvSpPr>
          <p:cNvPr id="3" name="Vertical Text Placeholder 2">
            <a:extLst>
              <a:ext uri="{FF2B5EF4-FFF2-40B4-BE49-F238E27FC236}">
                <a16:creationId xmlns:a16="http://schemas.microsoft.com/office/drawing/2014/main" id="{F3515F11-96A6-4DC8-9322-98043F3952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Date Placeholder 3">
            <a:extLst>
              <a:ext uri="{FF2B5EF4-FFF2-40B4-BE49-F238E27FC236}">
                <a16:creationId xmlns:a16="http://schemas.microsoft.com/office/drawing/2014/main" id="{B9EC5763-F45B-4136-A3FD-C5E39B011499}"/>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B92CF500-16AB-4FC2-9D09-FCA93AD52277}"/>
              </a:ext>
            </a:extLst>
          </p:cNvPr>
          <p:cNvSpPr>
            <a:spLocks noGrp="1"/>
          </p:cNvSpPr>
          <p:nvPr>
            <p:ph type="ftr" sz="quarter" idx="11"/>
          </p:nvPr>
        </p:nvSpPr>
        <p:spPr/>
        <p:txBody>
          <a:bodyPr/>
          <a:lstStyle/>
          <a:p>
            <a:endParaRPr lang="en-IO"/>
          </a:p>
        </p:txBody>
      </p:sp>
      <p:sp>
        <p:nvSpPr>
          <p:cNvPr id="6" name="Slide Number Placeholder 5">
            <a:extLst>
              <a:ext uri="{FF2B5EF4-FFF2-40B4-BE49-F238E27FC236}">
                <a16:creationId xmlns:a16="http://schemas.microsoft.com/office/drawing/2014/main" id="{65C3C92C-AC48-44D6-A3F1-3CFB878DB464}"/>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1016231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20CEDF-3962-42A6-88CB-2DAD682419C7}"/>
              </a:ext>
            </a:extLst>
          </p:cNvPr>
          <p:cNvSpPr>
            <a:spLocks noGrp="1"/>
          </p:cNvSpPr>
          <p:nvPr>
            <p:ph type="title" orient="vert"/>
          </p:nvPr>
        </p:nvSpPr>
        <p:spPr>
          <a:xfrm>
            <a:off x="30631443" y="1611875"/>
            <a:ext cx="9229561" cy="25656844"/>
          </a:xfrm>
        </p:spPr>
        <p:txBody>
          <a:bodyPr vert="eaVert"/>
          <a:lstStyle/>
          <a:p>
            <a:r>
              <a:rPr lang="en-US"/>
              <a:t>Click to edit Master title style</a:t>
            </a:r>
            <a:endParaRPr lang="en-IO"/>
          </a:p>
        </p:txBody>
      </p:sp>
      <p:sp>
        <p:nvSpPr>
          <p:cNvPr id="3" name="Vertical Text Placeholder 2">
            <a:extLst>
              <a:ext uri="{FF2B5EF4-FFF2-40B4-BE49-F238E27FC236}">
                <a16:creationId xmlns:a16="http://schemas.microsoft.com/office/drawing/2014/main" id="{798EA0B6-0A5B-493B-A2B2-A50E0474B012}"/>
              </a:ext>
            </a:extLst>
          </p:cNvPr>
          <p:cNvSpPr>
            <a:spLocks noGrp="1"/>
          </p:cNvSpPr>
          <p:nvPr>
            <p:ph type="body" orient="vert" idx="1"/>
          </p:nvPr>
        </p:nvSpPr>
        <p:spPr>
          <a:xfrm>
            <a:off x="2942759" y="1611875"/>
            <a:ext cx="27153637"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Date Placeholder 3">
            <a:extLst>
              <a:ext uri="{FF2B5EF4-FFF2-40B4-BE49-F238E27FC236}">
                <a16:creationId xmlns:a16="http://schemas.microsoft.com/office/drawing/2014/main" id="{DE5BE299-64D3-4B50-8CFC-9895D66E2BD2}"/>
              </a:ext>
            </a:extLst>
          </p:cNvPr>
          <p:cNvSpPr>
            <a:spLocks noGrp="1"/>
          </p:cNvSpPr>
          <p:nvPr>
            <p:ph type="dt" sz="half" idx="10"/>
          </p:nvPr>
        </p:nvSpPr>
        <p:spPr/>
        <p:txBody>
          <a:body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BE656E9F-B1A0-4E70-AAB6-146B5E200BFD}"/>
              </a:ext>
            </a:extLst>
          </p:cNvPr>
          <p:cNvSpPr>
            <a:spLocks noGrp="1"/>
          </p:cNvSpPr>
          <p:nvPr>
            <p:ph type="ftr" sz="quarter" idx="11"/>
          </p:nvPr>
        </p:nvSpPr>
        <p:spPr/>
        <p:txBody>
          <a:bodyPr/>
          <a:lstStyle/>
          <a:p>
            <a:endParaRPr lang="en-IO"/>
          </a:p>
        </p:txBody>
      </p:sp>
      <p:sp>
        <p:nvSpPr>
          <p:cNvPr id="6" name="Slide Number Placeholder 5">
            <a:extLst>
              <a:ext uri="{FF2B5EF4-FFF2-40B4-BE49-F238E27FC236}">
                <a16:creationId xmlns:a16="http://schemas.microsoft.com/office/drawing/2014/main" id="{42DC9EC5-EC9A-4F93-8350-0380C2D52100}"/>
              </a:ext>
            </a:extLst>
          </p:cNvPr>
          <p:cNvSpPr>
            <a:spLocks noGrp="1"/>
          </p:cNvSpPr>
          <p:nvPr>
            <p:ph type="sldNum" sz="quarter" idx="12"/>
          </p:nvPr>
        </p:nvSpPr>
        <p:spPr/>
        <p:txBody>
          <a:bodyPr/>
          <a:lstStyle/>
          <a:p>
            <a:fld id="{3C489D4D-A907-42C3-A9D4-F72C3C2A22A2}" type="slidenum">
              <a:rPr lang="en-IO" smtClean="0"/>
              <a:t>‹#›</a:t>
            </a:fld>
            <a:endParaRPr lang="en-IO"/>
          </a:p>
        </p:txBody>
      </p:sp>
    </p:spTree>
    <p:extLst>
      <p:ext uri="{BB962C8B-B14F-4D97-AF65-F5344CB8AC3E}">
        <p14:creationId xmlns:p14="http://schemas.microsoft.com/office/powerpoint/2010/main" val="726439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559ED-68FA-43A8-9C16-55B037F147BF}"/>
              </a:ext>
            </a:extLst>
          </p:cNvPr>
          <p:cNvSpPr>
            <a:spLocks noGrp="1"/>
          </p:cNvSpPr>
          <p:nvPr>
            <p:ph type="title"/>
          </p:nvPr>
        </p:nvSpPr>
        <p:spPr>
          <a:xfrm>
            <a:off x="2942759" y="1611877"/>
            <a:ext cx="36918246" cy="5851808"/>
          </a:xfrm>
          <a:prstGeom prst="rect">
            <a:avLst/>
          </a:prstGeom>
        </p:spPr>
        <p:txBody>
          <a:bodyPr vert="horz" lIns="91440" tIns="45720" rIns="91440" bIns="45720" rtlCol="0" anchor="ctr">
            <a:normAutofit/>
          </a:bodyPr>
          <a:lstStyle/>
          <a:p>
            <a:r>
              <a:rPr lang="en-US"/>
              <a:t>Click to edit Master title style</a:t>
            </a:r>
            <a:endParaRPr lang="en-IO"/>
          </a:p>
        </p:txBody>
      </p:sp>
      <p:sp>
        <p:nvSpPr>
          <p:cNvPr id="3" name="Text Placeholder 2">
            <a:extLst>
              <a:ext uri="{FF2B5EF4-FFF2-40B4-BE49-F238E27FC236}">
                <a16:creationId xmlns:a16="http://schemas.microsoft.com/office/drawing/2014/main" id="{709C0C8A-57F7-43D7-B063-39BBDE8BBD33}"/>
              </a:ext>
            </a:extLst>
          </p:cNvPr>
          <p:cNvSpPr>
            <a:spLocks noGrp="1"/>
          </p:cNvSpPr>
          <p:nvPr>
            <p:ph type="body" idx="1"/>
          </p:nvPr>
        </p:nvSpPr>
        <p:spPr>
          <a:xfrm>
            <a:off x="2942759" y="8059375"/>
            <a:ext cx="36918246"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O"/>
          </a:p>
        </p:txBody>
      </p:sp>
      <p:sp>
        <p:nvSpPr>
          <p:cNvPr id="4" name="Date Placeholder 3">
            <a:extLst>
              <a:ext uri="{FF2B5EF4-FFF2-40B4-BE49-F238E27FC236}">
                <a16:creationId xmlns:a16="http://schemas.microsoft.com/office/drawing/2014/main" id="{B06AB2F7-15D1-4B4C-A160-5E5E10A6897E}"/>
              </a:ext>
            </a:extLst>
          </p:cNvPr>
          <p:cNvSpPr>
            <a:spLocks noGrp="1"/>
          </p:cNvSpPr>
          <p:nvPr>
            <p:ph type="dt" sz="half" idx="2"/>
          </p:nvPr>
        </p:nvSpPr>
        <p:spPr>
          <a:xfrm>
            <a:off x="2942759" y="28060640"/>
            <a:ext cx="9630847" cy="1611875"/>
          </a:xfrm>
          <a:prstGeom prst="rect">
            <a:avLst/>
          </a:prstGeom>
        </p:spPr>
        <p:txBody>
          <a:bodyPr vert="horz" lIns="91440" tIns="45720" rIns="91440" bIns="45720" rtlCol="0" anchor="ctr"/>
          <a:lstStyle>
            <a:lvl1pPr algn="l">
              <a:defRPr sz="4213">
                <a:solidFill>
                  <a:schemeClr val="tx1">
                    <a:tint val="75000"/>
                  </a:schemeClr>
                </a:solidFill>
              </a:defRPr>
            </a:lvl1pPr>
          </a:lstStyle>
          <a:p>
            <a:fld id="{1821B054-AD39-4BD6-A64D-3159DA849C53}" type="datetimeFigureOut">
              <a:rPr lang="en-IO" smtClean="0"/>
              <a:t>16/04/2020</a:t>
            </a:fld>
            <a:endParaRPr lang="en-IO"/>
          </a:p>
        </p:txBody>
      </p:sp>
      <p:sp>
        <p:nvSpPr>
          <p:cNvPr id="5" name="Footer Placeholder 4">
            <a:extLst>
              <a:ext uri="{FF2B5EF4-FFF2-40B4-BE49-F238E27FC236}">
                <a16:creationId xmlns:a16="http://schemas.microsoft.com/office/drawing/2014/main" id="{A5E8FA0F-EB7F-4134-BB3A-86DBF9CAFD28}"/>
              </a:ext>
            </a:extLst>
          </p:cNvPr>
          <p:cNvSpPr>
            <a:spLocks noGrp="1"/>
          </p:cNvSpPr>
          <p:nvPr>
            <p:ph type="ftr" sz="quarter" idx="3"/>
          </p:nvPr>
        </p:nvSpPr>
        <p:spPr>
          <a:xfrm>
            <a:off x="14178747" y="28060640"/>
            <a:ext cx="14446270" cy="1611875"/>
          </a:xfrm>
          <a:prstGeom prst="rect">
            <a:avLst/>
          </a:prstGeom>
        </p:spPr>
        <p:txBody>
          <a:bodyPr vert="horz" lIns="91440" tIns="45720" rIns="91440" bIns="45720" rtlCol="0" anchor="ctr"/>
          <a:lstStyle>
            <a:lvl1pPr algn="ctr">
              <a:defRPr sz="4213">
                <a:solidFill>
                  <a:schemeClr val="tx1">
                    <a:tint val="75000"/>
                  </a:schemeClr>
                </a:solidFill>
              </a:defRPr>
            </a:lvl1pPr>
          </a:lstStyle>
          <a:p>
            <a:endParaRPr lang="en-IO"/>
          </a:p>
        </p:txBody>
      </p:sp>
      <p:sp>
        <p:nvSpPr>
          <p:cNvPr id="6" name="Slide Number Placeholder 5">
            <a:extLst>
              <a:ext uri="{FF2B5EF4-FFF2-40B4-BE49-F238E27FC236}">
                <a16:creationId xmlns:a16="http://schemas.microsoft.com/office/drawing/2014/main" id="{E1E1472D-7F1D-4E7D-9A41-DDCDA55C49C2}"/>
              </a:ext>
            </a:extLst>
          </p:cNvPr>
          <p:cNvSpPr>
            <a:spLocks noGrp="1"/>
          </p:cNvSpPr>
          <p:nvPr>
            <p:ph type="sldNum" sz="quarter" idx="4"/>
          </p:nvPr>
        </p:nvSpPr>
        <p:spPr>
          <a:xfrm>
            <a:off x="30230157" y="28060640"/>
            <a:ext cx="9630847" cy="1611875"/>
          </a:xfrm>
          <a:prstGeom prst="rect">
            <a:avLst/>
          </a:prstGeom>
        </p:spPr>
        <p:txBody>
          <a:bodyPr vert="horz" lIns="91440" tIns="45720" rIns="91440" bIns="45720" rtlCol="0" anchor="ctr"/>
          <a:lstStyle>
            <a:lvl1pPr algn="r">
              <a:defRPr sz="4213">
                <a:solidFill>
                  <a:schemeClr val="tx1">
                    <a:tint val="75000"/>
                  </a:schemeClr>
                </a:solidFill>
              </a:defRPr>
            </a:lvl1pPr>
          </a:lstStyle>
          <a:p>
            <a:fld id="{3C489D4D-A907-42C3-A9D4-F72C3C2A22A2}" type="slidenum">
              <a:rPr lang="en-IO" smtClean="0"/>
              <a:t>‹#›</a:t>
            </a:fld>
            <a:endParaRPr lang="en-IO"/>
          </a:p>
        </p:txBody>
      </p:sp>
    </p:spTree>
    <p:extLst>
      <p:ext uri="{BB962C8B-B14F-4D97-AF65-F5344CB8AC3E}">
        <p14:creationId xmlns:p14="http://schemas.microsoft.com/office/powerpoint/2010/main" val="100429249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210243" rtl="0" eaLnBrk="1" latinLnBrk="0" hangingPunct="1">
        <a:lnSpc>
          <a:spcPct val="90000"/>
        </a:lnSpc>
        <a:spcBef>
          <a:spcPct val="0"/>
        </a:spcBef>
        <a:buNone/>
        <a:defRPr sz="15448" kern="1200">
          <a:solidFill>
            <a:schemeClr val="tx1"/>
          </a:solidFill>
          <a:latin typeface="+mj-lt"/>
          <a:ea typeface="+mj-ea"/>
          <a:cs typeface="+mj-cs"/>
        </a:defRPr>
      </a:lvl1pPr>
    </p:titleStyle>
    <p:bodyStyle>
      <a:lvl1pPr marL="802561" indent="-802561" algn="l" defTabSz="3210243" rtl="0" eaLnBrk="1" latinLnBrk="0" hangingPunct="1">
        <a:lnSpc>
          <a:spcPct val="90000"/>
        </a:lnSpc>
        <a:spcBef>
          <a:spcPts val="3511"/>
        </a:spcBef>
        <a:buFont typeface="Arial" panose="020B0604020202020204" pitchFamily="34" charset="0"/>
        <a:buChar char="•"/>
        <a:defRPr sz="9830" kern="1200">
          <a:solidFill>
            <a:schemeClr val="tx1"/>
          </a:solidFill>
          <a:latin typeface="+mn-lt"/>
          <a:ea typeface="+mn-ea"/>
          <a:cs typeface="+mn-cs"/>
        </a:defRPr>
      </a:lvl1pPr>
      <a:lvl2pPr marL="2407683" indent="-802561" algn="l" defTabSz="3210243" rtl="0" eaLnBrk="1" latinLnBrk="0" hangingPunct="1">
        <a:lnSpc>
          <a:spcPct val="90000"/>
        </a:lnSpc>
        <a:spcBef>
          <a:spcPts val="1755"/>
        </a:spcBef>
        <a:buFont typeface="Arial" panose="020B0604020202020204" pitchFamily="34" charset="0"/>
        <a:buChar char="•"/>
        <a:defRPr sz="8426" kern="1200">
          <a:solidFill>
            <a:schemeClr val="tx1"/>
          </a:solidFill>
          <a:latin typeface="+mn-lt"/>
          <a:ea typeface="+mn-ea"/>
          <a:cs typeface="+mn-cs"/>
        </a:defRPr>
      </a:lvl2pPr>
      <a:lvl3pPr marL="4012803" indent="-802561" algn="l" defTabSz="3210243" rtl="0" eaLnBrk="1" latinLnBrk="0" hangingPunct="1">
        <a:lnSpc>
          <a:spcPct val="90000"/>
        </a:lnSpc>
        <a:spcBef>
          <a:spcPts val="1755"/>
        </a:spcBef>
        <a:buFont typeface="Arial" panose="020B0604020202020204" pitchFamily="34" charset="0"/>
        <a:buChar char="•"/>
        <a:defRPr sz="7022" kern="1200">
          <a:solidFill>
            <a:schemeClr val="tx1"/>
          </a:solidFill>
          <a:latin typeface="+mn-lt"/>
          <a:ea typeface="+mn-ea"/>
          <a:cs typeface="+mn-cs"/>
        </a:defRPr>
      </a:lvl3pPr>
      <a:lvl4pPr marL="5617925"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4pPr>
      <a:lvl5pPr marL="7223046"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5pPr>
      <a:lvl6pPr marL="8828168"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6pPr>
      <a:lvl7pPr marL="10433288"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7pPr>
      <a:lvl8pPr marL="12038410"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8pPr>
      <a:lvl9pPr marL="13643532" indent="-802561" algn="l" defTabSz="3210243" rtl="0" eaLnBrk="1" latinLnBrk="0" hangingPunct="1">
        <a:lnSpc>
          <a:spcPct val="90000"/>
        </a:lnSpc>
        <a:spcBef>
          <a:spcPts val="1755"/>
        </a:spcBef>
        <a:buFont typeface="Arial" panose="020B0604020202020204" pitchFamily="34" charset="0"/>
        <a:buChar char="•"/>
        <a:defRPr sz="6319" kern="1200">
          <a:solidFill>
            <a:schemeClr val="tx1"/>
          </a:solidFill>
          <a:latin typeface="+mn-lt"/>
          <a:ea typeface="+mn-ea"/>
          <a:cs typeface="+mn-cs"/>
        </a:defRPr>
      </a:lvl9pPr>
    </p:bodyStyle>
    <p:otherStyle>
      <a:defPPr>
        <a:defRPr lang="en-IO"/>
      </a:defPPr>
      <a:lvl1pPr marL="0" algn="l" defTabSz="3210243" rtl="0" eaLnBrk="1" latinLnBrk="0" hangingPunct="1">
        <a:defRPr sz="6319" kern="1200">
          <a:solidFill>
            <a:schemeClr val="tx1"/>
          </a:solidFill>
          <a:latin typeface="+mn-lt"/>
          <a:ea typeface="+mn-ea"/>
          <a:cs typeface="+mn-cs"/>
        </a:defRPr>
      </a:lvl1pPr>
      <a:lvl2pPr marL="1605122" algn="l" defTabSz="3210243" rtl="0" eaLnBrk="1" latinLnBrk="0" hangingPunct="1">
        <a:defRPr sz="6319" kern="1200">
          <a:solidFill>
            <a:schemeClr val="tx1"/>
          </a:solidFill>
          <a:latin typeface="+mn-lt"/>
          <a:ea typeface="+mn-ea"/>
          <a:cs typeface="+mn-cs"/>
        </a:defRPr>
      </a:lvl2pPr>
      <a:lvl3pPr marL="3210243" algn="l" defTabSz="3210243" rtl="0" eaLnBrk="1" latinLnBrk="0" hangingPunct="1">
        <a:defRPr sz="6319" kern="1200">
          <a:solidFill>
            <a:schemeClr val="tx1"/>
          </a:solidFill>
          <a:latin typeface="+mn-lt"/>
          <a:ea typeface="+mn-ea"/>
          <a:cs typeface="+mn-cs"/>
        </a:defRPr>
      </a:lvl3pPr>
      <a:lvl4pPr marL="4815364" algn="l" defTabSz="3210243" rtl="0" eaLnBrk="1" latinLnBrk="0" hangingPunct="1">
        <a:defRPr sz="6319" kern="1200">
          <a:solidFill>
            <a:schemeClr val="tx1"/>
          </a:solidFill>
          <a:latin typeface="+mn-lt"/>
          <a:ea typeface="+mn-ea"/>
          <a:cs typeface="+mn-cs"/>
        </a:defRPr>
      </a:lvl4pPr>
      <a:lvl5pPr marL="6420485" algn="l" defTabSz="3210243" rtl="0" eaLnBrk="1" latinLnBrk="0" hangingPunct="1">
        <a:defRPr sz="6319" kern="1200">
          <a:solidFill>
            <a:schemeClr val="tx1"/>
          </a:solidFill>
          <a:latin typeface="+mn-lt"/>
          <a:ea typeface="+mn-ea"/>
          <a:cs typeface="+mn-cs"/>
        </a:defRPr>
      </a:lvl5pPr>
      <a:lvl6pPr marL="8025608" algn="l" defTabSz="3210243" rtl="0" eaLnBrk="1" latinLnBrk="0" hangingPunct="1">
        <a:defRPr sz="6319" kern="1200">
          <a:solidFill>
            <a:schemeClr val="tx1"/>
          </a:solidFill>
          <a:latin typeface="+mn-lt"/>
          <a:ea typeface="+mn-ea"/>
          <a:cs typeface="+mn-cs"/>
        </a:defRPr>
      </a:lvl6pPr>
      <a:lvl7pPr marL="9630729" algn="l" defTabSz="3210243" rtl="0" eaLnBrk="1" latinLnBrk="0" hangingPunct="1">
        <a:defRPr sz="6319" kern="1200">
          <a:solidFill>
            <a:schemeClr val="tx1"/>
          </a:solidFill>
          <a:latin typeface="+mn-lt"/>
          <a:ea typeface="+mn-ea"/>
          <a:cs typeface="+mn-cs"/>
        </a:defRPr>
      </a:lvl7pPr>
      <a:lvl8pPr marL="11235850" algn="l" defTabSz="3210243" rtl="0" eaLnBrk="1" latinLnBrk="0" hangingPunct="1">
        <a:defRPr sz="6319" kern="1200">
          <a:solidFill>
            <a:schemeClr val="tx1"/>
          </a:solidFill>
          <a:latin typeface="+mn-lt"/>
          <a:ea typeface="+mn-ea"/>
          <a:cs typeface="+mn-cs"/>
        </a:defRPr>
      </a:lvl8pPr>
      <a:lvl9pPr marL="12840971" algn="l" defTabSz="3210243" rtl="0" eaLnBrk="1" latinLnBrk="0" hangingPunct="1">
        <a:defRPr sz="63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jpeg"/><Relationship Id="rId13" Type="http://schemas.openxmlformats.org/officeDocument/2006/relationships/image" Target="../media/image8.png"/><Relationship Id="rId3" Type="http://schemas.openxmlformats.org/officeDocument/2006/relationships/hyperlink" Target="https://medium.com/airbnb-engineering/confidence-splitting-criterions-can-improve-precision-and-recall-in-random-forest-classifiers-ad2d4ba696a4" TargetMode="External"/><Relationship Id="rId7" Type="http://schemas.openxmlformats.org/officeDocument/2006/relationships/image" Target="../media/image2.png"/><Relationship Id="rId12" Type="http://schemas.openxmlformats.org/officeDocument/2006/relationships/image" Target="../media/image7.png"/><Relationship Id="rId2" Type="http://schemas.openxmlformats.org/officeDocument/2006/relationships/hyperlink" Target="https://www.kaggle.com/c/DontGetKicked" TargetMode="External"/><Relationship Id="rId16" Type="http://schemas.openxmlformats.org/officeDocument/2006/relationships/image" Target="../media/image11.jpeg"/><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image" Target="../media/image6.png"/><Relationship Id="rId5" Type="http://schemas.openxmlformats.org/officeDocument/2006/relationships/image" Target="../media/image1.png"/><Relationship Id="rId15" Type="http://schemas.openxmlformats.org/officeDocument/2006/relationships/image" Target="../media/image10.png"/><Relationship Id="rId10" Type="http://schemas.openxmlformats.org/officeDocument/2006/relationships/image" Target="../media/image5.png"/><Relationship Id="rId4" Type="http://schemas.openxmlformats.org/officeDocument/2006/relationships/hyperlink" Target="https://towardsdatascience.com/imbalanced-data-in-classification-general-solution-case-study-169f2e18b017" TargetMode="External"/><Relationship Id="rId9" Type="http://schemas.openxmlformats.org/officeDocument/2006/relationships/image" Target="../media/image4.png"/><Relationship Id="rId1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BAD484-9B21-434A-889A-39359DBEFBFC}"/>
              </a:ext>
            </a:extLst>
          </p:cNvPr>
          <p:cNvSpPr txBox="1"/>
          <p:nvPr/>
        </p:nvSpPr>
        <p:spPr>
          <a:xfrm>
            <a:off x="168441" y="4860759"/>
            <a:ext cx="42466880" cy="25234839"/>
          </a:xfrm>
          <a:prstGeom prst="rect">
            <a:avLst/>
          </a:prstGeom>
          <a:solidFill>
            <a:schemeClr val="accent6">
              <a:lumMod val="20000"/>
              <a:lumOff val="80000"/>
            </a:schemeClr>
          </a:solidFill>
          <a:ln w="57150">
            <a:solidFill>
              <a:schemeClr val="tx1"/>
            </a:solidFill>
          </a:ln>
        </p:spPr>
        <p:txBody>
          <a:bodyPr wrap="square" numCol="4" spcCol="180000" rtlCol="0">
            <a:noAutofit/>
          </a:bodyPr>
          <a:lstStyle/>
          <a:p>
            <a:pPr lvl="0"/>
            <a:r>
              <a:rPr lang="en-IO" sz="3600" b="1" dirty="0">
                <a:latin typeface="Cambria" panose="02040503050406030204" pitchFamily="18" charset="0"/>
                <a:ea typeface="Cambria" panose="02040503050406030204" pitchFamily="18" charset="0"/>
              </a:rPr>
              <a:t>Problem Statement</a:t>
            </a:r>
            <a:endParaRPr lang="en-IO" sz="3600" dirty="0">
              <a:latin typeface="Cambria" panose="02040503050406030204" pitchFamily="18" charset="0"/>
              <a:ea typeface="Cambria" panose="02040503050406030204" pitchFamily="18" charset="0"/>
            </a:endParaRP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Auto dealers who purchase used cars at an auto auction face the risk of buying a bad car</a:t>
            </a:r>
            <a:r>
              <a:rPr lang="en-US" sz="2800" dirty="0">
                <a:latin typeface="Cambria" panose="02040503050406030204" pitchFamily="18" charset="0"/>
                <a:ea typeface="Cambria" panose="02040503050406030204" pitchFamily="18" charset="0"/>
              </a:rPr>
              <a:t> </a:t>
            </a:r>
            <a:r>
              <a:rPr lang="en-IO" sz="2800" dirty="0">
                <a:latin typeface="Cambria" panose="02040503050406030204" pitchFamily="18" charset="0"/>
                <a:ea typeface="Cambria" panose="02040503050406030204" pitchFamily="18" charset="0"/>
              </a:rPr>
              <a:t>with a lot of issues, because of which they will not be able to re sell it to their customers.</a:t>
            </a:r>
            <a:endParaRPr lang="en-US" sz="2800" dirty="0">
              <a:latin typeface="Cambria" panose="02040503050406030204" pitchFamily="18" charset="0"/>
              <a:ea typeface="Cambria" panose="02040503050406030204" pitchFamily="18" charset="0"/>
            </a:endParaRP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These bad cars can be a huge financial burden on the car dealers because of all the transportation, throw-away and repair costs that they must bear with.</a:t>
            </a:r>
            <a:endParaRPr lang="en-US" sz="2800" dirty="0">
              <a:latin typeface="Cambria" panose="02040503050406030204" pitchFamily="18" charset="0"/>
              <a:ea typeface="Cambria" panose="02040503050406030204" pitchFamily="18" charset="0"/>
            </a:endParaRP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By predicting if a car is going to be a bad buy or not, we can help the dealers make wise and informed decisions on the cars that they need to purchase which can in turn help them minimize their incurred loss and maximize profits.</a:t>
            </a:r>
            <a:endParaRPr lang="en-US" sz="2800" dirty="0">
              <a:latin typeface="Cambria" panose="02040503050406030204" pitchFamily="18" charset="0"/>
              <a:ea typeface="Cambria" panose="02040503050406030204" pitchFamily="18" charset="0"/>
            </a:endParaRPr>
          </a:p>
          <a:p>
            <a:pPr algn="just" fontAlgn="base"/>
            <a:endParaRPr lang="en-US" sz="2800" dirty="0">
              <a:latin typeface="Cambria" panose="02040503050406030204" pitchFamily="18" charset="0"/>
              <a:ea typeface="Cambria" panose="02040503050406030204" pitchFamily="18" charset="0"/>
            </a:endParaRPr>
          </a:p>
          <a:p>
            <a:pPr algn="just" fontAlgn="base"/>
            <a:r>
              <a:rPr lang="en-US" sz="3600" b="1" dirty="0">
                <a:latin typeface="Cambria" panose="02040503050406030204" pitchFamily="18" charset="0"/>
                <a:ea typeface="Cambria" panose="02040503050406030204" pitchFamily="18" charset="0"/>
              </a:rPr>
              <a:t>Project Objective</a:t>
            </a: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The objective of the project is to help the car dealers accurately predict if a purchased car is going to be a good buy or a bad buy.</a:t>
            </a:r>
            <a:endParaRPr lang="en-US" sz="2800" dirty="0">
              <a:latin typeface="Cambria" panose="02040503050406030204" pitchFamily="18" charset="0"/>
              <a:ea typeface="Cambria" panose="02040503050406030204" pitchFamily="18" charset="0"/>
            </a:endParaRP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The predictions made will help the car dealers take informed decisions on the cars that they should go ahead and purchase and on the cars that they should refrain from purchasing.</a:t>
            </a:r>
            <a:endParaRPr lang="en-US" sz="2800" dirty="0">
              <a:latin typeface="Cambria" panose="02040503050406030204" pitchFamily="18" charset="0"/>
              <a:ea typeface="Cambria" panose="02040503050406030204" pitchFamily="18" charset="0"/>
            </a:endParaRPr>
          </a:p>
          <a:p>
            <a:pPr marL="457196" indent="-457196" algn="just" fontAlgn="base">
              <a:buFont typeface="Wingdings" panose="05000000000000000000" pitchFamily="2" charset="2"/>
              <a:buChar char="q"/>
            </a:pPr>
            <a:r>
              <a:rPr lang="en-IO" sz="2800" dirty="0">
                <a:latin typeface="Cambria" panose="02040503050406030204" pitchFamily="18" charset="0"/>
                <a:ea typeface="Cambria" panose="02040503050406030204" pitchFamily="18" charset="0"/>
              </a:rPr>
              <a:t>We will also try to identify the most important attributes that will help us predict if a purchased car is going to be a good buy or a bad buy.</a:t>
            </a:r>
            <a:endParaRPr lang="en-US" sz="2800" dirty="0">
              <a:latin typeface="Cambria" panose="02040503050406030204" pitchFamily="18" charset="0"/>
              <a:ea typeface="Cambria" panose="02040503050406030204" pitchFamily="18" charset="0"/>
            </a:endParaRPr>
          </a:p>
          <a:p>
            <a:pPr algn="just" fontAlgn="base"/>
            <a:endParaRPr lang="en-US" sz="2800" b="1" dirty="0">
              <a:latin typeface="Cambria" panose="02040503050406030204" pitchFamily="18" charset="0"/>
              <a:ea typeface="Cambria" panose="02040503050406030204" pitchFamily="18" charset="0"/>
            </a:endParaRPr>
          </a:p>
          <a:p>
            <a:pPr lvl="0" algn="just"/>
            <a:r>
              <a:rPr lang="en-IO" sz="3600" b="1" dirty="0">
                <a:latin typeface="Cambria" panose="02040503050406030204" pitchFamily="18" charset="0"/>
                <a:ea typeface="Cambria" panose="02040503050406030204" pitchFamily="18" charset="0"/>
              </a:rPr>
              <a:t>Dataset Description</a:t>
            </a:r>
            <a:endParaRPr lang="en-IO" sz="3600" dirty="0">
              <a:latin typeface="Cambria" panose="02040503050406030204" pitchFamily="18" charset="0"/>
              <a:ea typeface="Cambria" panose="02040503050406030204" pitchFamily="18" charset="0"/>
            </a:endParaRPr>
          </a:p>
          <a:p>
            <a:pPr marL="457196" indent="-457196" algn="just">
              <a:buFont typeface="Wingdings" panose="05000000000000000000" pitchFamily="2" charset="2"/>
              <a:buChar char="q"/>
            </a:pPr>
            <a:r>
              <a:rPr lang="en-IO" sz="2800" dirty="0">
                <a:latin typeface="Cambria" panose="02040503050406030204" pitchFamily="18" charset="0"/>
                <a:ea typeface="Cambria" panose="02040503050406030204" pitchFamily="18" charset="0"/>
              </a:rPr>
              <a:t>The </a:t>
            </a:r>
            <a:r>
              <a:rPr lang="en-US" sz="2800" dirty="0">
                <a:latin typeface="Cambria" panose="02040503050406030204" pitchFamily="18" charset="0"/>
                <a:ea typeface="Cambria" panose="02040503050406030204" pitchFamily="18" charset="0"/>
              </a:rPr>
              <a:t>Carvana cars</a:t>
            </a:r>
            <a:r>
              <a:rPr lang="en-IO" sz="2800" dirty="0">
                <a:latin typeface="Cambria" panose="02040503050406030204" pitchFamily="18" charset="0"/>
                <a:ea typeface="Cambria" panose="02040503050406030204" pitchFamily="18" charset="0"/>
              </a:rPr>
              <a:t> dataset </a:t>
            </a:r>
            <a:r>
              <a:rPr lang="en-US" sz="2800" dirty="0">
                <a:latin typeface="Cambria" panose="02040503050406030204" pitchFamily="18" charset="0"/>
                <a:ea typeface="Cambria" panose="02040503050406030204" pitchFamily="18" charset="0"/>
              </a:rPr>
              <a:t>is a Kaggle competition dataset with</a:t>
            </a:r>
            <a:r>
              <a:rPr lang="en-IO" sz="2800" dirty="0">
                <a:latin typeface="Cambria" panose="02040503050406030204" pitchFamily="18" charset="0"/>
                <a:ea typeface="Cambria" panose="02040503050406030204" pitchFamily="18" charset="0"/>
              </a:rPr>
              <a:t> 34 assessment parameters, one of which is the target variable. </a:t>
            </a:r>
            <a:endParaRPr lang="en-US" sz="2800" dirty="0">
              <a:latin typeface="Cambria" panose="02040503050406030204" pitchFamily="18" charset="0"/>
              <a:ea typeface="Cambria" panose="02040503050406030204" pitchFamily="18" charset="0"/>
            </a:endParaRPr>
          </a:p>
          <a:p>
            <a:pPr marL="457196" indent="-457196" algn="just">
              <a:buFont typeface="Wingdings" panose="05000000000000000000" pitchFamily="2" charset="2"/>
              <a:buChar char="q"/>
            </a:pPr>
            <a:r>
              <a:rPr lang="en-IO" sz="2800" dirty="0">
                <a:latin typeface="Cambria" panose="02040503050406030204" pitchFamily="18" charset="0"/>
                <a:ea typeface="Cambria" panose="02040503050406030204" pitchFamily="18" charset="0"/>
              </a:rPr>
              <a:t>The binary target attribute </a:t>
            </a:r>
            <a:r>
              <a:rPr lang="en-US" sz="2800" dirty="0">
                <a:latin typeface="Cambria" panose="02040503050406030204" pitchFamily="18" charset="0"/>
                <a:ea typeface="Cambria" panose="02040503050406030204" pitchFamily="18" charset="0"/>
              </a:rPr>
              <a:t>have </a:t>
            </a:r>
            <a:r>
              <a:rPr lang="en-IO" sz="2800" dirty="0">
                <a:latin typeface="Cambria" panose="02040503050406030204" pitchFamily="18" charset="0"/>
                <a:ea typeface="Cambria" panose="02040503050406030204" pitchFamily="18" charset="0"/>
              </a:rPr>
              <a:t>‘good buys’ and ‘bad buys’</a:t>
            </a:r>
            <a:r>
              <a:rPr lang="en-US" sz="2800" dirty="0">
                <a:latin typeface="Cambria" panose="02040503050406030204" pitchFamily="18" charset="0"/>
                <a:ea typeface="Cambria" panose="02040503050406030204" pitchFamily="18" charset="0"/>
              </a:rPr>
              <a:t> approximately in the ratio 7:1 respectively. The large disparity between the counts of 2 classes in the target variable makes our dataset imbalanced.</a:t>
            </a:r>
          </a:p>
          <a:p>
            <a:pPr marL="457196" indent="-457196" algn="just">
              <a:buFont typeface="Wingdings" panose="05000000000000000000" pitchFamily="2" charset="2"/>
              <a:buChar char="q"/>
            </a:pPr>
            <a:r>
              <a:rPr lang="en-US" sz="2800" dirty="0">
                <a:latin typeface="Cambria" panose="02040503050406030204" pitchFamily="18" charset="0"/>
                <a:ea typeface="Cambria" panose="02040503050406030204" pitchFamily="18" charset="0"/>
              </a:rPr>
              <a:t>Data </a:t>
            </a:r>
            <a:r>
              <a:rPr lang="en-IO" sz="2800" dirty="0">
                <a:latin typeface="Cambria" panose="02040503050406030204" pitchFamily="18" charset="0"/>
                <a:ea typeface="Cambria" panose="02040503050406030204" pitchFamily="18" charset="0"/>
              </a:rPr>
              <a:t>variables describe various specifications of</a:t>
            </a:r>
            <a:r>
              <a:rPr lang="en-US" sz="2800" dirty="0">
                <a:latin typeface="Cambria" panose="02040503050406030204" pitchFamily="18" charset="0"/>
                <a:ea typeface="Cambria" panose="02040503050406030204" pitchFamily="18" charset="0"/>
              </a:rPr>
              <a:t> </a:t>
            </a:r>
            <a:r>
              <a:rPr lang="en-IO" sz="2800" dirty="0">
                <a:latin typeface="Cambria" panose="02040503050406030204" pitchFamily="18" charset="0"/>
                <a:ea typeface="Cambria" panose="02040503050406030204" pitchFamily="18" charset="0"/>
              </a:rPr>
              <a:t>auctioned car</a:t>
            </a:r>
            <a:r>
              <a:rPr lang="en-US" sz="2800" dirty="0">
                <a:latin typeface="Cambria" panose="02040503050406030204" pitchFamily="18" charset="0"/>
                <a:ea typeface="Cambria" panose="02040503050406030204" pitchFamily="18" charset="0"/>
              </a:rPr>
              <a:t> and</a:t>
            </a:r>
            <a:r>
              <a:rPr lang="en-IO" sz="2800" dirty="0">
                <a:latin typeface="Cambria" panose="02040503050406030204" pitchFamily="18" charset="0"/>
                <a:ea typeface="Cambria" panose="02040503050406030204" pitchFamily="18" charset="0"/>
              </a:rPr>
              <a:t> the acquisition and current price of that car during auction and retail sales.</a:t>
            </a:r>
            <a:endParaRPr lang="en-US" sz="2800"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Data Cleaning and Pre-Processing</a:t>
            </a:r>
          </a:p>
          <a:p>
            <a:pPr marL="571494" indent="-571494" algn="just" fontAlgn="base">
              <a:buFont typeface="Wingdings" panose="05000000000000000000" pitchFamily="2" charset="2"/>
              <a:buChar char="q"/>
            </a:pPr>
            <a:endParaRPr lang="en-US" sz="3600" b="1" dirty="0">
              <a:latin typeface="Cambria" panose="02040503050406030204" pitchFamily="18" charset="0"/>
              <a:ea typeface="Cambria" panose="02040503050406030204" pitchFamily="18" charset="0"/>
            </a:endParaRPr>
          </a:p>
          <a:p>
            <a:pPr algn="just" fontAlgn="base"/>
            <a:endParaRPr lang="en-US" sz="2800"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just" fontAlgn="base"/>
            <a:endParaRPr lang="en-US" sz="2800" i="1" dirty="0">
              <a:latin typeface="Cambria" panose="02040503050406030204" pitchFamily="18" charset="0"/>
              <a:ea typeface="Cambria" panose="02040503050406030204" pitchFamily="18" charset="0"/>
            </a:endParaRPr>
          </a:p>
          <a:p>
            <a:pPr algn="ctr" fontAlgn="base"/>
            <a:r>
              <a:rPr lang="en-US" sz="2800" i="1" dirty="0">
                <a:latin typeface="Cambria" panose="02040503050406030204" pitchFamily="18" charset="0"/>
                <a:ea typeface="Cambria" panose="02040503050406030204" pitchFamily="18" charset="0"/>
              </a:rPr>
              <a:t>Project Flowchart</a:t>
            </a:r>
            <a:endParaRPr lang="en-IO" sz="2800"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Data Exploration</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Pre-Processing Techniques</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Principal Component Analysis</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Data Mining Algorithms</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Clustering</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ctr"/>
            <a:endParaRPr lang="en-US" sz="2800" i="1" dirty="0">
              <a:latin typeface="Cambria" panose="02040503050406030204" pitchFamily="18" charset="0"/>
              <a:ea typeface="Cambria" panose="02040503050406030204" pitchFamily="18" charset="0"/>
            </a:endParaRPr>
          </a:p>
          <a:p>
            <a:pPr algn="ctr"/>
            <a:r>
              <a:rPr lang="en-US" sz="2800" i="1" dirty="0">
                <a:latin typeface="Cambria" panose="02040503050406030204" pitchFamily="18" charset="0"/>
                <a:ea typeface="Cambria" panose="02040503050406030204" pitchFamily="18" charset="0"/>
              </a:rPr>
              <a:t>Elbow curve and Cluster representation</a:t>
            </a:r>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Association Rules</a:t>
            </a:r>
          </a:p>
          <a:p>
            <a:pPr algn="just"/>
            <a:endParaRPr lang="en-US" sz="3600" b="1" dirty="0">
              <a:latin typeface="Cambria" panose="02040503050406030204" pitchFamily="18" charset="0"/>
              <a:ea typeface="Cambria" panose="02040503050406030204" pitchFamily="18" charset="0"/>
            </a:endParaRPr>
          </a:p>
          <a:p>
            <a:pPr algn="just"/>
            <a:endParaRPr lang="en-US" sz="2800" i="1" dirty="0">
              <a:latin typeface="Cambria" panose="02040503050406030204" pitchFamily="18" charset="0"/>
              <a:ea typeface="Cambria" panose="02040503050406030204" pitchFamily="18" charset="0"/>
            </a:endParaRPr>
          </a:p>
          <a:p>
            <a:pPr algn="just"/>
            <a:endParaRPr lang="en-US" sz="2800" dirty="0">
              <a:latin typeface="Cambria" panose="02040503050406030204" pitchFamily="18" charset="0"/>
              <a:ea typeface="Cambria" panose="02040503050406030204" pitchFamily="18" charset="0"/>
            </a:endParaRPr>
          </a:p>
          <a:p>
            <a:pPr algn="just"/>
            <a:endParaRPr lang="en-US" sz="2800" dirty="0">
              <a:latin typeface="Cambria" panose="02040503050406030204" pitchFamily="18" charset="0"/>
              <a:ea typeface="Cambria" panose="02040503050406030204" pitchFamily="18" charset="0"/>
            </a:endParaRPr>
          </a:p>
          <a:p>
            <a:pPr algn="just"/>
            <a:endParaRPr lang="en-US" sz="2800"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Classification</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Feature Importance</a:t>
            </a: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endParaRPr lang="en-US" sz="3600" b="1"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Conclusion</a:t>
            </a:r>
          </a:p>
          <a:p>
            <a:pPr marL="457200" indent="-457200" algn="just">
              <a:buFont typeface="Wingdings" panose="05000000000000000000" pitchFamily="2" charset="2"/>
              <a:buChar char="q"/>
            </a:pPr>
            <a:r>
              <a:rPr lang="en-US" sz="2800" dirty="0">
                <a:latin typeface="Cambria" panose="02040503050406030204" pitchFamily="18" charset="0"/>
                <a:ea typeface="Cambria" panose="02040503050406030204" pitchFamily="18" charset="0"/>
              </a:rPr>
              <a:t>When a vehicle dealer goes to the car auction, biding the money on the right car is very important. Our application can help the dealer in reducing the risk of purchasing a car that turns out to be a bad buy and then concentrate on cars that are going to be a successful purchase. The application also reveals how the car’s features lead to a bad buy for that vehicle.</a:t>
            </a:r>
          </a:p>
          <a:p>
            <a:pPr algn="just"/>
            <a:endParaRPr lang="en-US" sz="2800"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Future Scope</a:t>
            </a:r>
          </a:p>
          <a:p>
            <a:pPr marL="457200" indent="-457200" algn="just">
              <a:buFont typeface="Wingdings" panose="05000000000000000000" pitchFamily="2" charset="2"/>
              <a:buChar char="q"/>
            </a:pPr>
            <a:r>
              <a:rPr lang="en-US" sz="2800" dirty="0">
                <a:latin typeface="Cambria" panose="02040503050406030204" pitchFamily="18" charset="0"/>
                <a:ea typeface="Cambria" panose="02040503050406030204" pitchFamily="18" charset="0"/>
              </a:rPr>
              <a:t>As we ran algorithms with different hyperparameters, due to imbalance in the dataset we found a trade off between accuracy and recall. The project work can be continued further using an enhanced algorithm to deal with class imbalance that will help improve both accuracy and recall values.</a:t>
            </a:r>
          </a:p>
          <a:p>
            <a:pPr algn="just"/>
            <a:endParaRPr lang="en-US" sz="2800" dirty="0">
              <a:latin typeface="Cambria" panose="02040503050406030204" pitchFamily="18" charset="0"/>
              <a:ea typeface="Cambria" panose="02040503050406030204" pitchFamily="18" charset="0"/>
            </a:endParaRPr>
          </a:p>
          <a:p>
            <a:pPr algn="just"/>
            <a:r>
              <a:rPr lang="en-US" sz="3600" b="1" dirty="0">
                <a:latin typeface="Cambria" panose="02040503050406030204" pitchFamily="18" charset="0"/>
                <a:ea typeface="Cambria" panose="02040503050406030204" pitchFamily="18" charset="0"/>
              </a:rPr>
              <a:t>References</a:t>
            </a:r>
          </a:p>
          <a:p>
            <a:pPr algn="just"/>
            <a:r>
              <a:rPr lang="en-US" sz="2800" dirty="0">
                <a:hlinkClick r:id="rId2"/>
              </a:rPr>
              <a:t>https://www.kaggle.com/c/DontGetKicked</a:t>
            </a:r>
            <a:endParaRPr lang="en-US" sz="2800" dirty="0"/>
          </a:p>
          <a:p>
            <a:pPr algn="just"/>
            <a:r>
              <a:rPr lang="en-US" sz="2800" dirty="0">
                <a:hlinkClick r:id="rId3"/>
              </a:rPr>
              <a:t>https://</a:t>
            </a:r>
            <a:r>
              <a:rPr lang="en-US" sz="2800" dirty="0" err="1">
                <a:hlinkClick r:id="rId3"/>
              </a:rPr>
              <a:t>medium.com</a:t>
            </a:r>
            <a:r>
              <a:rPr lang="en-US" sz="2800" dirty="0">
                <a:hlinkClick r:id="rId3"/>
              </a:rPr>
              <a:t>/</a:t>
            </a:r>
            <a:r>
              <a:rPr lang="en-US" sz="2800" dirty="0" err="1">
                <a:hlinkClick r:id="rId3"/>
              </a:rPr>
              <a:t>airbnb</a:t>
            </a:r>
            <a:r>
              <a:rPr lang="en-US" sz="2800" dirty="0">
                <a:hlinkClick r:id="rId3"/>
              </a:rPr>
              <a:t>-engineering/confidence-splitting-criterions-can-improve-precision-and-recall-in-random-forest-classifiers-ad2d4ba696a4</a:t>
            </a:r>
            <a:endParaRPr lang="en-US" sz="2800" dirty="0"/>
          </a:p>
          <a:p>
            <a:pPr algn="just"/>
            <a:r>
              <a:rPr lang="en-US" sz="2800" dirty="0">
                <a:hlinkClick r:id="rId4"/>
              </a:rPr>
              <a:t>https://</a:t>
            </a:r>
            <a:r>
              <a:rPr lang="en-US" sz="2800" dirty="0" err="1">
                <a:hlinkClick r:id="rId4"/>
              </a:rPr>
              <a:t>towardsdatascience.com</a:t>
            </a:r>
            <a:r>
              <a:rPr lang="en-US" sz="2800" dirty="0">
                <a:hlinkClick r:id="rId4"/>
              </a:rPr>
              <a:t>/imbalanced-data-in-classification-general-solution-case-study-169f2e18b017</a:t>
            </a:r>
            <a:endParaRPr lang="en-US" sz="2800" b="1" dirty="0">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B4E4475A-D65C-41F0-A789-914DF2056DF6}"/>
              </a:ext>
            </a:extLst>
          </p:cNvPr>
          <p:cNvSpPr txBox="1"/>
          <p:nvPr/>
        </p:nvSpPr>
        <p:spPr>
          <a:xfrm>
            <a:off x="168443" y="179615"/>
            <a:ext cx="42466880" cy="4425043"/>
          </a:xfrm>
          <a:prstGeom prst="rect">
            <a:avLst/>
          </a:prstGeom>
          <a:solidFill>
            <a:srgbClr val="990000"/>
          </a:solidFill>
          <a:ln w="57150">
            <a:solidFill>
              <a:schemeClr val="tx1"/>
            </a:solidFill>
          </a:ln>
        </p:spPr>
        <p:style>
          <a:lnRef idx="0">
            <a:scrgbClr r="0" g="0" b="0"/>
          </a:lnRef>
          <a:fillRef idx="0">
            <a:scrgbClr r="0" g="0" b="0"/>
          </a:fillRef>
          <a:effectRef idx="0">
            <a:scrgbClr r="0" g="0" b="0"/>
          </a:effectRef>
          <a:fontRef idx="minor">
            <a:schemeClr val="lt1"/>
          </a:fontRef>
        </p:style>
        <p:txBody>
          <a:bodyPr wrap="square" rtlCol="0">
            <a:noAutofit/>
          </a:bodyPr>
          <a:lstStyle/>
          <a:p>
            <a:pPr algn="ctr"/>
            <a:r>
              <a:rPr lang="en-US" sz="15000" dirty="0">
                <a:latin typeface="Cambria" panose="02040503050406030204" pitchFamily="18" charset="0"/>
                <a:ea typeface="Cambria" panose="02040503050406030204" pitchFamily="18" charset="0"/>
              </a:rPr>
              <a:t>Classification of Cars using Auction Data</a:t>
            </a:r>
          </a:p>
          <a:p>
            <a:pPr algn="ctr"/>
            <a:r>
              <a:rPr lang="en-US" sz="6000" dirty="0">
                <a:latin typeface="Cambria" panose="02040503050406030204" pitchFamily="18" charset="0"/>
                <a:ea typeface="Cambria" panose="02040503050406030204" pitchFamily="18" charset="0"/>
              </a:rPr>
              <a:t>Instructor: Prof. Ying Lin</a:t>
            </a:r>
          </a:p>
          <a:p>
            <a:pPr algn="ctr"/>
            <a:r>
              <a:rPr lang="en-US" sz="4000" dirty="0">
                <a:latin typeface="Cambria" panose="02040503050406030204" pitchFamily="18" charset="0"/>
                <a:ea typeface="Cambria" panose="02040503050406030204" pitchFamily="18" charset="0"/>
              </a:rPr>
              <a:t>Team: Bhavish Kumar, Sai Praharsha Devalla, Tejas Patil</a:t>
            </a:r>
          </a:p>
        </p:txBody>
      </p:sp>
      <p:pic>
        <p:nvPicPr>
          <p:cNvPr id="6" name="Picture 5" descr="A close up of a logo&#10;&#10;Description automatically generated">
            <a:extLst>
              <a:ext uri="{FF2B5EF4-FFF2-40B4-BE49-F238E27FC236}">
                <a16:creationId xmlns:a16="http://schemas.microsoft.com/office/drawing/2014/main" id="{412FE3D4-2895-416E-B2C1-5B6B9B799E6C}"/>
              </a:ext>
            </a:extLst>
          </p:cNvPr>
          <p:cNvPicPr>
            <a:picLocks noChangeAspect="1"/>
          </p:cNvPicPr>
          <p:nvPr/>
        </p:nvPicPr>
        <p:blipFill>
          <a:blip r:embed="rId5">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tretch>
            <a:fillRect/>
          </a:stretch>
        </p:blipFill>
        <p:spPr>
          <a:xfrm>
            <a:off x="37980259" y="625891"/>
            <a:ext cx="3646848" cy="26877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descr="A close up of a logo&#10;&#10;Description automatically generated">
            <a:extLst>
              <a:ext uri="{FF2B5EF4-FFF2-40B4-BE49-F238E27FC236}">
                <a16:creationId xmlns:a16="http://schemas.microsoft.com/office/drawing/2014/main" id="{FBC62529-E920-4447-8F5A-38E906AEDA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76656" y="505753"/>
            <a:ext cx="3202839" cy="292803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 name="Picture 2" descr="A screenshot of a cell phone&#10;&#10;Description automatically generated">
            <a:extLst>
              <a:ext uri="{FF2B5EF4-FFF2-40B4-BE49-F238E27FC236}">
                <a16:creationId xmlns:a16="http://schemas.microsoft.com/office/drawing/2014/main" id="{953CF4C5-311F-4F14-A115-F0EAE1E27147}"/>
              </a:ext>
            </a:extLst>
          </p:cNvPr>
          <p:cNvPicPr>
            <a:picLocks noChangeAspect="1"/>
          </p:cNvPicPr>
          <p:nvPr/>
        </p:nvPicPr>
        <p:blipFill rotWithShape="1">
          <a:blip r:embed="rId8">
            <a:extLst>
              <a:ext uri="{28A0092B-C50C-407E-A947-70E740481C1C}">
                <a14:useLocalDpi xmlns:a14="http://schemas.microsoft.com/office/drawing/2010/main" val="0"/>
              </a:ext>
            </a:extLst>
          </a:blip>
          <a:srcRect l="9937" t="7452" r="21642" b="45528"/>
          <a:stretch/>
        </p:blipFill>
        <p:spPr>
          <a:xfrm>
            <a:off x="473242" y="20557708"/>
            <a:ext cx="9938084" cy="8398041"/>
          </a:xfrm>
          <a:prstGeom prst="rect">
            <a:avLst/>
          </a:prstGeom>
          <a:ln>
            <a:noFill/>
          </a:ln>
          <a:effectLst>
            <a:outerShdw blurRad="292100" dist="139700" dir="2700000" algn="tl" rotWithShape="0">
              <a:srgbClr val="333333">
                <a:alpha val="65000"/>
              </a:srgbClr>
            </a:outerShdw>
          </a:effectLst>
        </p:spPr>
      </p:pic>
      <p:graphicFrame>
        <p:nvGraphicFramePr>
          <p:cNvPr id="11" name="Table 15">
            <a:extLst>
              <a:ext uri="{FF2B5EF4-FFF2-40B4-BE49-F238E27FC236}">
                <a16:creationId xmlns:a16="http://schemas.microsoft.com/office/drawing/2014/main" id="{01C0FA81-181B-4CEF-BD49-98C395052DC9}"/>
              </a:ext>
            </a:extLst>
          </p:cNvPr>
          <p:cNvGraphicFramePr>
            <a:graphicFrameLocks noGrp="1"/>
          </p:cNvGraphicFramePr>
          <p:nvPr>
            <p:extLst>
              <p:ext uri="{D42A27DB-BD31-4B8C-83A1-F6EECF244321}">
                <p14:modId xmlns:p14="http://schemas.microsoft.com/office/powerpoint/2010/main" val="1541410397"/>
              </p:ext>
            </p:extLst>
          </p:nvPr>
        </p:nvGraphicFramePr>
        <p:xfrm>
          <a:off x="11057587" y="11887200"/>
          <a:ext cx="10058402" cy="11872151"/>
        </p:xfrm>
        <a:graphic>
          <a:graphicData uri="http://schemas.openxmlformats.org/drawingml/2006/table">
            <a:tbl>
              <a:tblPr firstRow="1" bandRow="1">
                <a:tableStyleId>{93296810-A885-4BE3-A3E7-6D5BEEA58F35}</a:tableStyleId>
              </a:tblPr>
              <a:tblGrid>
                <a:gridCol w="5029201">
                  <a:extLst>
                    <a:ext uri="{9D8B030D-6E8A-4147-A177-3AD203B41FA5}">
                      <a16:colId xmlns:a16="http://schemas.microsoft.com/office/drawing/2014/main" val="1342634609"/>
                    </a:ext>
                  </a:extLst>
                </a:gridCol>
                <a:gridCol w="5029201">
                  <a:extLst>
                    <a:ext uri="{9D8B030D-6E8A-4147-A177-3AD203B41FA5}">
                      <a16:colId xmlns:a16="http://schemas.microsoft.com/office/drawing/2014/main" val="2529206431"/>
                    </a:ext>
                  </a:extLst>
                </a:gridCol>
              </a:tblGrid>
              <a:tr h="1593335">
                <a:tc>
                  <a:txBody>
                    <a:bodyPr/>
                    <a:lstStyle/>
                    <a:p>
                      <a:pPr algn="ctr"/>
                      <a:r>
                        <a:rPr lang="en-US" sz="3200" dirty="0">
                          <a:latin typeface="Cambria" panose="02040503050406030204" pitchFamily="18" charset="0"/>
                          <a:ea typeface="Cambria" panose="02040503050406030204" pitchFamily="18" charset="0"/>
                        </a:rPr>
                        <a:t>Techniques</a:t>
                      </a:r>
                      <a:endParaRPr lang="en-IO" sz="3200" dirty="0">
                        <a:latin typeface="Cambria" panose="02040503050406030204" pitchFamily="18" charset="0"/>
                        <a:ea typeface="Cambria" panose="02040503050406030204" pitchFamily="18" charset="0"/>
                      </a:endParaRPr>
                    </a:p>
                  </a:txBody>
                  <a:tcPr anchor="ctr"/>
                </a:tc>
                <a:tc>
                  <a:txBody>
                    <a:bodyPr/>
                    <a:lstStyle/>
                    <a:p>
                      <a:pPr algn="ctr"/>
                      <a:r>
                        <a:rPr lang="en-US" sz="3200" dirty="0">
                          <a:latin typeface="Cambria" panose="02040503050406030204" pitchFamily="18" charset="0"/>
                          <a:ea typeface="Cambria" panose="02040503050406030204" pitchFamily="18" charset="0"/>
                        </a:rPr>
                        <a:t>Purpose</a:t>
                      </a:r>
                      <a:endParaRPr lang="en-IO" sz="3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880845725"/>
                  </a:ext>
                </a:extLst>
              </a:tr>
              <a:tr h="2107156">
                <a:tc>
                  <a:txBody>
                    <a:bodyPr/>
                    <a:lstStyle/>
                    <a:p>
                      <a:pPr algn="ctr"/>
                      <a:r>
                        <a:rPr lang="en-US" sz="2800" dirty="0">
                          <a:latin typeface="Cambria" panose="02040503050406030204" pitchFamily="18" charset="0"/>
                          <a:ea typeface="Cambria" panose="02040503050406030204" pitchFamily="18" charset="0"/>
                        </a:rPr>
                        <a:t>Chi-Square Test of Independence</a:t>
                      </a:r>
                      <a:endParaRPr lang="en-IO" sz="2800" dirty="0">
                        <a:latin typeface="Cambria" panose="02040503050406030204" pitchFamily="18" charset="0"/>
                        <a:ea typeface="Cambria" panose="02040503050406030204" pitchFamily="18" charset="0"/>
                      </a:endParaRPr>
                    </a:p>
                  </a:txBody>
                  <a:tcPr anchor="ctr"/>
                </a:tc>
                <a:tc>
                  <a:txBody>
                    <a:bodyPr/>
                    <a:lstStyle/>
                    <a:p>
                      <a:r>
                        <a:rPr lang="en-US" sz="2800" dirty="0">
                          <a:latin typeface="Cambria" panose="02040503050406030204" pitchFamily="18" charset="0"/>
                          <a:ea typeface="Cambria" panose="02040503050406030204" pitchFamily="18" charset="0"/>
                        </a:rPr>
                        <a:t>Feature Selection: Determining relation between independent categorical variables and target variable.</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23395206"/>
                  </a:ext>
                </a:extLst>
              </a:tr>
              <a:tr h="1593335">
                <a:tc>
                  <a:txBody>
                    <a:bodyPr/>
                    <a:lstStyle/>
                    <a:p>
                      <a:pPr algn="ctr"/>
                      <a:r>
                        <a:rPr lang="en-US" sz="2800" dirty="0">
                          <a:latin typeface="Cambria" panose="02040503050406030204" pitchFamily="18" charset="0"/>
                          <a:ea typeface="Cambria" panose="02040503050406030204" pitchFamily="18" charset="0"/>
                        </a:rPr>
                        <a:t>One Hot Encoding</a:t>
                      </a:r>
                      <a:endParaRPr lang="en-IO" sz="2800" dirty="0">
                        <a:latin typeface="Cambria" panose="02040503050406030204" pitchFamily="18" charset="0"/>
                        <a:ea typeface="Cambria" panose="02040503050406030204" pitchFamily="18" charset="0"/>
                      </a:endParaRPr>
                    </a:p>
                  </a:txBody>
                  <a:tcPr anchor="ctr"/>
                </a:tc>
                <a:tc>
                  <a:txBody>
                    <a:bodyPr/>
                    <a:lstStyle/>
                    <a:p>
                      <a:r>
                        <a:rPr lang="en-US" sz="2800" dirty="0">
                          <a:latin typeface="Cambria" panose="02040503050406030204" pitchFamily="18" charset="0"/>
                          <a:ea typeface="Cambria" panose="02040503050406030204" pitchFamily="18" charset="0"/>
                        </a:rPr>
                        <a:t>Processing and coding categorical variables into dichotomous variables.</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96508699"/>
                  </a:ext>
                </a:extLst>
              </a:tr>
              <a:tr h="1593335">
                <a:tc>
                  <a:txBody>
                    <a:bodyPr/>
                    <a:lstStyle/>
                    <a:p>
                      <a:pPr algn="ctr"/>
                      <a:r>
                        <a:rPr lang="en-US" sz="2800" dirty="0">
                          <a:latin typeface="Cambria" panose="02040503050406030204" pitchFamily="18" charset="0"/>
                          <a:ea typeface="Cambria" panose="02040503050406030204" pitchFamily="18" charset="0"/>
                        </a:rPr>
                        <a:t>Principal Component Analysis</a:t>
                      </a:r>
                      <a:endParaRPr lang="en-IO" sz="2800" dirty="0">
                        <a:latin typeface="Cambria" panose="02040503050406030204" pitchFamily="18" charset="0"/>
                        <a:ea typeface="Cambria" panose="02040503050406030204" pitchFamily="18" charset="0"/>
                      </a:endParaRPr>
                    </a:p>
                  </a:txBody>
                  <a:tcPr anchor="ctr"/>
                </a:tc>
                <a:tc>
                  <a:txBody>
                    <a:bodyPr/>
                    <a:lstStyle/>
                    <a:p>
                      <a:r>
                        <a:rPr lang="en-US" sz="2800" dirty="0">
                          <a:latin typeface="Cambria" panose="02040503050406030204" pitchFamily="18" charset="0"/>
                          <a:ea typeface="Cambria" panose="02040503050406030204" pitchFamily="18" charset="0"/>
                        </a:rPr>
                        <a:t>Reducing the dimensions of the data but capturing most of the variance.</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64905103"/>
                  </a:ext>
                </a:extLst>
              </a:tr>
              <a:tr h="1593335">
                <a:tc>
                  <a:txBody>
                    <a:bodyPr/>
                    <a:lstStyle/>
                    <a:p>
                      <a:pPr algn="ctr"/>
                      <a:r>
                        <a:rPr lang="en-US" sz="2800" dirty="0">
                          <a:latin typeface="Cambria" panose="02040503050406030204" pitchFamily="18" charset="0"/>
                          <a:ea typeface="Cambria" panose="02040503050406030204" pitchFamily="18" charset="0"/>
                        </a:rPr>
                        <a:t>SMOTE:  Sampling</a:t>
                      </a:r>
                      <a:endParaRPr lang="en-IO" sz="2800" dirty="0">
                        <a:latin typeface="Cambria" panose="02040503050406030204" pitchFamily="18" charset="0"/>
                        <a:ea typeface="Cambria" panose="02040503050406030204" pitchFamily="18" charset="0"/>
                      </a:endParaRPr>
                    </a:p>
                  </a:txBody>
                  <a:tcPr anchor="ctr"/>
                </a:tc>
                <a:tc>
                  <a:txBody>
                    <a:bodyPr/>
                    <a:lstStyle/>
                    <a:p>
                      <a:r>
                        <a:rPr lang="en-US" sz="2800" dirty="0">
                          <a:latin typeface="Cambria" panose="02040503050406030204" pitchFamily="18" charset="0"/>
                          <a:ea typeface="Cambria" panose="02040503050406030204" pitchFamily="18" charset="0"/>
                        </a:rPr>
                        <a:t>Performing combination of over sampling and under sampling on target variable.</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245964184"/>
                  </a:ext>
                </a:extLst>
              </a:tr>
              <a:tr h="1798320">
                <a:tc>
                  <a:txBody>
                    <a:bodyPr/>
                    <a:lstStyle/>
                    <a:p>
                      <a:pPr algn="ctr"/>
                      <a:r>
                        <a:rPr lang="en-US" sz="2800" dirty="0">
                          <a:latin typeface="Cambria" panose="02040503050406030204" pitchFamily="18" charset="0"/>
                          <a:ea typeface="Cambria" panose="02040503050406030204" pitchFamily="18" charset="0"/>
                        </a:rPr>
                        <a:t>Standard Scaling</a:t>
                      </a:r>
                      <a:endParaRPr lang="en-IO" sz="2800" dirty="0">
                        <a:latin typeface="Cambria" panose="02040503050406030204" pitchFamily="18" charset="0"/>
                        <a:ea typeface="Cambria" panose="02040503050406030204" pitchFamily="18" charset="0"/>
                      </a:endParaRPr>
                    </a:p>
                  </a:txBody>
                  <a:tcPr anchor="ctr"/>
                </a:tc>
                <a:tc>
                  <a:txBody>
                    <a:bodyPr/>
                    <a:lstStyle/>
                    <a:p>
                      <a:pPr algn="l"/>
                      <a:r>
                        <a:rPr lang="en-US" sz="2800" dirty="0">
                          <a:latin typeface="Cambria" panose="02040503050406030204" pitchFamily="18" charset="0"/>
                          <a:ea typeface="Cambria" panose="02040503050406030204" pitchFamily="18" charset="0"/>
                        </a:rPr>
                        <a:t>Scaling the range of all variables so that each feature contributes to the final distance.</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3320448366"/>
                  </a:ext>
                </a:extLst>
              </a:tr>
              <a:tr h="1593335">
                <a:tc>
                  <a:txBody>
                    <a:bodyPr/>
                    <a:lstStyle/>
                    <a:p>
                      <a:pPr algn="ctr"/>
                      <a:r>
                        <a:rPr lang="en-US" sz="2800" dirty="0">
                          <a:latin typeface="Cambria" panose="02040503050406030204" pitchFamily="18" charset="0"/>
                          <a:ea typeface="Cambria" panose="02040503050406030204" pitchFamily="18" charset="0"/>
                        </a:rPr>
                        <a:t>Normalization</a:t>
                      </a:r>
                      <a:endParaRPr lang="en-IO" sz="2800" dirty="0">
                        <a:latin typeface="Cambria" panose="02040503050406030204" pitchFamily="18" charset="0"/>
                        <a:ea typeface="Cambria" panose="02040503050406030204" pitchFamily="18" charset="0"/>
                      </a:endParaRPr>
                    </a:p>
                  </a:txBody>
                  <a:tcPr anchor="ctr"/>
                </a:tc>
                <a:tc>
                  <a:txBody>
                    <a:bodyPr/>
                    <a:lstStyle/>
                    <a:p>
                      <a:r>
                        <a:rPr lang="en-US" sz="2800" dirty="0">
                          <a:latin typeface="Cambria" panose="02040503050406030204" pitchFamily="18" charset="0"/>
                          <a:ea typeface="Cambria" panose="02040503050406030204" pitchFamily="18" charset="0"/>
                        </a:rPr>
                        <a:t>Normalizing the scores of principal components.</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17918119"/>
                  </a:ext>
                </a:extLst>
              </a:tr>
            </a:tbl>
          </a:graphicData>
        </a:graphic>
      </p:graphicFrame>
      <p:graphicFrame>
        <p:nvGraphicFramePr>
          <p:cNvPr id="2" name="Table 4">
            <a:extLst>
              <a:ext uri="{FF2B5EF4-FFF2-40B4-BE49-F238E27FC236}">
                <a16:creationId xmlns:a16="http://schemas.microsoft.com/office/drawing/2014/main" id="{14C2812E-0815-4391-BB6F-F3856BEC0253}"/>
              </a:ext>
            </a:extLst>
          </p:cNvPr>
          <p:cNvGraphicFramePr>
            <a:graphicFrameLocks noGrp="1"/>
          </p:cNvGraphicFramePr>
          <p:nvPr>
            <p:extLst>
              <p:ext uri="{D42A27DB-BD31-4B8C-83A1-F6EECF244321}">
                <p14:modId xmlns:p14="http://schemas.microsoft.com/office/powerpoint/2010/main" val="3005369075"/>
              </p:ext>
            </p:extLst>
          </p:nvPr>
        </p:nvGraphicFramePr>
        <p:xfrm>
          <a:off x="21564581" y="5625660"/>
          <a:ext cx="9881913" cy="7829081"/>
        </p:xfrm>
        <a:graphic>
          <a:graphicData uri="http://schemas.openxmlformats.org/drawingml/2006/table">
            <a:tbl>
              <a:tblPr firstRow="1" bandRow="1">
                <a:tableStyleId>{5C22544A-7EE6-4342-B048-85BDC9FD1C3A}</a:tableStyleId>
              </a:tblPr>
              <a:tblGrid>
                <a:gridCol w="3293971">
                  <a:extLst>
                    <a:ext uri="{9D8B030D-6E8A-4147-A177-3AD203B41FA5}">
                      <a16:colId xmlns:a16="http://schemas.microsoft.com/office/drawing/2014/main" val="1977131636"/>
                    </a:ext>
                  </a:extLst>
                </a:gridCol>
                <a:gridCol w="3293971">
                  <a:extLst>
                    <a:ext uri="{9D8B030D-6E8A-4147-A177-3AD203B41FA5}">
                      <a16:colId xmlns:a16="http://schemas.microsoft.com/office/drawing/2014/main" val="2710187356"/>
                    </a:ext>
                  </a:extLst>
                </a:gridCol>
                <a:gridCol w="3293971">
                  <a:extLst>
                    <a:ext uri="{9D8B030D-6E8A-4147-A177-3AD203B41FA5}">
                      <a16:colId xmlns:a16="http://schemas.microsoft.com/office/drawing/2014/main" val="2613793694"/>
                    </a:ext>
                  </a:extLst>
                </a:gridCol>
              </a:tblGrid>
              <a:tr h="1695165">
                <a:tc>
                  <a:txBody>
                    <a:bodyPr/>
                    <a:lstStyle/>
                    <a:p>
                      <a:pPr algn="ctr"/>
                      <a:r>
                        <a:rPr lang="en-US" sz="3200" dirty="0">
                          <a:latin typeface="Cambria" panose="02040503050406030204" pitchFamily="18" charset="0"/>
                          <a:ea typeface="Cambria" panose="02040503050406030204" pitchFamily="18" charset="0"/>
                        </a:rPr>
                        <a:t>Type</a:t>
                      </a:r>
                      <a:endParaRPr lang="en-IO" sz="3200" dirty="0">
                        <a:latin typeface="Cambria" panose="02040503050406030204" pitchFamily="18" charset="0"/>
                        <a:ea typeface="Cambria" panose="02040503050406030204" pitchFamily="18" charset="0"/>
                      </a:endParaRPr>
                    </a:p>
                  </a:txBody>
                  <a:tcPr anchor="ctr"/>
                </a:tc>
                <a:tc>
                  <a:txBody>
                    <a:bodyPr/>
                    <a:lstStyle/>
                    <a:p>
                      <a:pPr algn="ctr"/>
                      <a:r>
                        <a:rPr lang="en-US" sz="3200" dirty="0">
                          <a:latin typeface="Cambria" panose="02040503050406030204" pitchFamily="18" charset="0"/>
                          <a:ea typeface="Cambria" panose="02040503050406030204" pitchFamily="18" charset="0"/>
                        </a:rPr>
                        <a:t>Algorithm</a:t>
                      </a:r>
                      <a:endParaRPr lang="en-IO" sz="3200" dirty="0">
                        <a:latin typeface="Cambria" panose="02040503050406030204" pitchFamily="18" charset="0"/>
                        <a:ea typeface="Cambria" panose="02040503050406030204" pitchFamily="18" charset="0"/>
                      </a:endParaRPr>
                    </a:p>
                  </a:txBody>
                  <a:tcPr anchor="ctr"/>
                </a:tc>
                <a:tc>
                  <a:txBody>
                    <a:bodyPr/>
                    <a:lstStyle/>
                    <a:p>
                      <a:pPr algn="ctr"/>
                      <a:r>
                        <a:rPr lang="en-US" sz="3200" dirty="0">
                          <a:latin typeface="Cambria" panose="02040503050406030204" pitchFamily="18" charset="0"/>
                          <a:ea typeface="Cambria" panose="02040503050406030204" pitchFamily="18" charset="0"/>
                        </a:rPr>
                        <a:t>Evaluation Parameter</a:t>
                      </a:r>
                      <a:endParaRPr lang="en-IO" sz="3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164392623"/>
                  </a:ext>
                </a:extLst>
              </a:tr>
              <a:tr h="929606">
                <a:tc>
                  <a:txBody>
                    <a:bodyPr/>
                    <a:lstStyle/>
                    <a:p>
                      <a:pPr algn="ctr"/>
                      <a:r>
                        <a:rPr lang="en-US" sz="2800" dirty="0">
                          <a:latin typeface="Cambria" panose="02040503050406030204" pitchFamily="18" charset="0"/>
                          <a:ea typeface="Cambria" panose="02040503050406030204" pitchFamily="18" charset="0"/>
                        </a:rPr>
                        <a:t>Classification</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Random Forest</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Accuracy, Recall</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41391931"/>
                  </a:ext>
                </a:extLst>
              </a:tr>
              <a:tr h="1068676">
                <a:tc>
                  <a:txBody>
                    <a:bodyPr/>
                    <a:lstStyle/>
                    <a:p>
                      <a:pPr algn="ctr"/>
                      <a:r>
                        <a:rPr lang="en-US" sz="2800" dirty="0">
                          <a:latin typeface="Cambria" panose="02040503050406030204" pitchFamily="18" charset="0"/>
                          <a:ea typeface="Cambria" panose="02040503050406030204" pitchFamily="18" charset="0"/>
                        </a:rPr>
                        <a:t>Classification</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Gradient Boosting (gbm)</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Accuracy, Recall</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982362023"/>
                  </a:ext>
                </a:extLst>
              </a:tr>
              <a:tr h="929606">
                <a:tc>
                  <a:txBody>
                    <a:bodyPr/>
                    <a:lstStyle/>
                    <a:p>
                      <a:pPr algn="ctr"/>
                      <a:r>
                        <a:rPr lang="en-US" sz="2800" dirty="0">
                          <a:latin typeface="Cambria" panose="02040503050406030204" pitchFamily="18" charset="0"/>
                          <a:ea typeface="Cambria" panose="02040503050406030204" pitchFamily="18" charset="0"/>
                        </a:rPr>
                        <a:t>Classification</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K-Nearest Neighbor</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Accuracy, Recall</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932601735"/>
                  </a:ext>
                </a:extLst>
              </a:tr>
              <a:tr h="1068676">
                <a:tc>
                  <a:txBody>
                    <a:bodyPr/>
                    <a:lstStyle/>
                    <a:p>
                      <a:pPr algn="ctr"/>
                      <a:r>
                        <a:rPr lang="en-US" sz="2800" dirty="0">
                          <a:latin typeface="Cambria" panose="02040503050406030204" pitchFamily="18" charset="0"/>
                          <a:ea typeface="Cambria" panose="02040503050406030204" pitchFamily="18" charset="0"/>
                        </a:rPr>
                        <a:t>Regression</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Logistic Regression (glm)</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Accuracy, Recall</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4152294508"/>
                  </a:ext>
                </a:extLst>
              </a:tr>
              <a:tr h="1068676">
                <a:tc>
                  <a:txBody>
                    <a:bodyPr/>
                    <a:lstStyle/>
                    <a:p>
                      <a:pPr algn="ctr"/>
                      <a:r>
                        <a:rPr lang="en-US" sz="2800" dirty="0">
                          <a:latin typeface="Cambria" panose="02040503050406030204" pitchFamily="18" charset="0"/>
                          <a:ea typeface="Cambria" panose="02040503050406030204" pitchFamily="18" charset="0"/>
                        </a:rPr>
                        <a:t>Clustering</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K-means</a:t>
                      </a:r>
                    </a:p>
                    <a:p>
                      <a:pPr algn="ctr"/>
                      <a:r>
                        <a:rPr lang="en-US" sz="2800" dirty="0">
                          <a:latin typeface="Cambria" panose="02040503050406030204" pitchFamily="18" charset="0"/>
                          <a:ea typeface="Cambria" panose="02040503050406030204" pitchFamily="18" charset="0"/>
                        </a:rPr>
                        <a:t>(Hartigan-Wong)</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Sum of Squared errors</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1920518276"/>
                  </a:ext>
                </a:extLst>
              </a:tr>
              <a:tr h="1068676">
                <a:tc>
                  <a:txBody>
                    <a:bodyPr/>
                    <a:lstStyle/>
                    <a:p>
                      <a:pPr algn="ctr"/>
                      <a:r>
                        <a:rPr lang="en-US" sz="2800" dirty="0">
                          <a:latin typeface="Cambria" panose="02040503050406030204" pitchFamily="18" charset="0"/>
                          <a:ea typeface="Cambria" panose="02040503050406030204" pitchFamily="18" charset="0"/>
                        </a:rPr>
                        <a:t>Association Rules</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Apriori</a:t>
                      </a:r>
                      <a:endParaRPr lang="en-IO" sz="2800" dirty="0">
                        <a:latin typeface="Cambria" panose="02040503050406030204" pitchFamily="18" charset="0"/>
                        <a:ea typeface="Cambria" panose="02040503050406030204" pitchFamily="18" charset="0"/>
                      </a:endParaRPr>
                    </a:p>
                  </a:txBody>
                  <a:tcPr anchor="ctr"/>
                </a:tc>
                <a:tc>
                  <a:txBody>
                    <a:bodyPr/>
                    <a:lstStyle/>
                    <a:p>
                      <a:pPr algn="ctr"/>
                      <a:r>
                        <a:rPr lang="en-US" sz="2800" dirty="0">
                          <a:latin typeface="Cambria" panose="02040503050406030204" pitchFamily="18" charset="0"/>
                          <a:ea typeface="Cambria" panose="02040503050406030204" pitchFamily="18" charset="0"/>
                        </a:rPr>
                        <a:t>Support, Confidence, Lift</a:t>
                      </a:r>
                      <a:endParaRPr lang="en-IO" sz="28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263907653"/>
                  </a:ext>
                </a:extLst>
              </a:tr>
            </a:tbl>
          </a:graphicData>
        </a:graphic>
      </p:graphicFrame>
      <p:pic>
        <p:nvPicPr>
          <p:cNvPr id="8" name="Picture 7" descr="A close up of a person&#10;&#10;Description automatically generated">
            <a:extLst>
              <a:ext uri="{FF2B5EF4-FFF2-40B4-BE49-F238E27FC236}">
                <a16:creationId xmlns:a16="http://schemas.microsoft.com/office/drawing/2014/main" id="{6F6BEC43-E8CA-486F-8E48-EA2E90C9FAE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554265" y="14274707"/>
            <a:ext cx="5039518" cy="3691990"/>
          </a:xfrm>
          <a:prstGeom prst="rect">
            <a:avLst/>
          </a:prstGeom>
          <a:ln>
            <a:noFill/>
          </a:ln>
          <a:effectLst>
            <a:outerShdw blurRad="292100" dist="139700" dir="2700000" algn="tl" rotWithShape="0">
              <a:srgbClr val="333333">
                <a:alpha val="65000"/>
              </a:srgbClr>
            </a:outerShdw>
          </a:effectLst>
        </p:spPr>
      </p:pic>
      <p:pic>
        <p:nvPicPr>
          <p:cNvPr id="12" name="Picture 11" descr="A close up of a map&#10;&#10;Description automatically generated">
            <a:extLst>
              <a:ext uri="{FF2B5EF4-FFF2-40B4-BE49-F238E27FC236}">
                <a16:creationId xmlns:a16="http://schemas.microsoft.com/office/drawing/2014/main" id="{FE719215-B2FB-4F32-AF8A-A9240CB3748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593782" y="14274706"/>
            <a:ext cx="4852712" cy="3691992"/>
          </a:xfrm>
          <a:prstGeom prst="rect">
            <a:avLst/>
          </a:prstGeom>
          <a:ln>
            <a:noFill/>
          </a:ln>
          <a:effectLst>
            <a:outerShdw blurRad="292100" dist="139700" dir="2700000" algn="tl" rotWithShape="0">
              <a:srgbClr val="333333">
                <a:alpha val="65000"/>
              </a:srgbClr>
            </a:outerShdw>
          </a:effectLst>
        </p:spPr>
      </p:pic>
      <p:pic>
        <p:nvPicPr>
          <p:cNvPr id="14" name="Picture 13" descr="A screenshot of a cell phone&#10;&#10;Description automatically generated">
            <a:extLst>
              <a:ext uri="{FF2B5EF4-FFF2-40B4-BE49-F238E27FC236}">
                <a16:creationId xmlns:a16="http://schemas.microsoft.com/office/drawing/2014/main" id="{49AB37B7-3F6F-4101-A4C3-E055A85F209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057587" y="5625659"/>
            <a:ext cx="9938084" cy="5117682"/>
          </a:xfrm>
          <a:prstGeom prst="rect">
            <a:avLst/>
          </a:prstGeom>
          <a:ln>
            <a:noFill/>
          </a:ln>
          <a:effectLst>
            <a:outerShdw blurRad="292100" dist="139700" dir="2700000" algn="tl" rotWithShape="0">
              <a:srgbClr val="333333">
                <a:alpha val="65000"/>
              </a:srgbClr>
            </a:outerShdw>
          </a:effectLst>
        </p:spPr>
      </p:pic>
      <p:pic>
        <p:nvPicPr>
          <p:cNvPr id="17" name="Picture 16" descr="A screenshot of a cell phone&#10;&#10;Description automatically generated">
            <a:extLst>
              <a:ext uri="{FF2B5EF4-FFF2-40B4-BE49-F238E27FC236}">
                <a16:creationId xmlns:a16="http://schemas.microsoft.com/office/drawing/2014/main" id="{1A812FE5-02B2-4E84-8EB6-32ABB7782CA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191892" y="5625658"/>
            <a:ext cx="9698031" cy="6000285"/>
          </a:xfrm>
          <a:prstGeom prst="rect">
            <a:avLst/>
          </a:prstGeom>
          <a:ln>
            <a:noFill/>
          </a:ln>
          <a:effectLst>
            <a:outerShdw blurRad="292100" dist="139700" dir="2700000" algn="tl" rotWithShape="0">
              <a:srgbClr val="333333">
                <a:alpha val="65000"/>
              </a:srgbClr>
            </a:outerShdw>
          </a:effectLst>
        </p:spPr>
      </p:pic>
      <p:pic>
        <p:nvPicPr>
          <p:cNvPr id="19" name="Picture 18" descr="A screenshot of a cell phone&#10;&#10;Description automatically generated">
            <a:extLst>
              <a:ext uri="{FF2B5EF4-FFF2-40B4-BE49-F238E27FC236}">
                <a16:creationId xmlns:a16="http://schemas.microsoft.com/office/drawing/2014/main" id="{A251E13D-8820-48C9-ADF9-063F595DE57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4803101" y="20051486"/>
            <a:ext cx="6643394" cy="4499459"/>
          </a:xfrm>
          <a:prstGeom prst="rect">
            <a:avLst/>
          </a:prstGeom>
          <a:ln>
            <a:noFill/>
          </a:ln>
          <a:effectLst>
            <a:outerShdw blurRad="292100" dist="139700" dir="2700000" algn="tl" rotWithShape="0">
              <a:srgbClr val="333333">
                <a:alpha val="65000"/>
              </a:srgbClr>
            </a:outerShdw>
          </a:effectLst>
        </p:spPr>
      </p:pic>
      <p:pic>
        <p:nvPicPr>
          <p:cNvPr id="21" name="Picture 20" descr="A close up of text on a white background&#10;&#10;Description automatically generated">
            <a:extLst>
              <a:ext uri="{FF2B5EF4-FFF2-40B4-BE49-F238E27FC236}">
                <a16:creationId xmlns:a16="http://schemas.microsoft.com/office/drawing/2014/main" id="{7BB64593-87C1-40A9-93E5-8CE2D7EF3A9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1762251" y="24550946"/>
            <a:ext cx="9684243" cy="5167055"/>
          </a:xfrm>
          <a:prstGeom prst="rect">
            <a:avLst/>
          </a:prstGeom>
          <a:ln>
            <a:noFill/>
          </a:ln>
          <a:effectLst>
            <a:outerShdw blurRad="292100" dist="139700" dir="2700000" algn="tl" rotWithShape="0">
              <a:srgbClr val="333333">
                <a:alpha val="65000"/>
              </a:srgbClr>
            </a:outerShdw>
          </a:effectLst>
        </p:spPr>
      </p:pic>
      <p:pic>
        <p:nvPicPr>
          <p:cNvPr id="23" name="Picture 22" descr="A picture containing photo, black, white, table&#10;&#10;Description automatically generated">
            <a:extLst>
              <a:ext uri="{FF2B5EF4-FFF2-40B4-BE49-F238E27FC236}">
                <a16:creationId xmlns:a16="http://schemas.microsoft.com/office/drawing/2014/main" id="{4AA75C42-8710-4131-A423-B73A2594A11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057587" y="24756728"/>
            <a:ext cx="9938083" cy="4763165"/>
          </a:xfrm>
          <a:prstGeom prst="rect">
            <a:avLst/>
          </a:prstGeom>
          <a:ln>
            <a:noFill/>
          </a:ln>
          <a:effectLst>
            <a:outerShdw blurRad="292100" dist="139700" dir="2700000" algn="tl" rotWithShape="0">
              <a:srgbClr val="333333">
                <a:alpha val="65000"/>
              </a:srgbClr>
            </a:outerShdw>
          </a:effectLst>
        </p:spPr>
      </p:pic>
      <p:pic>
        <p:nvPicPr>
          <p:cNvPr id="1028" name="Picture 4">
            <a:extLst>
              <a:ext uri="{FF2B5EF4-FFF2-40B4-BE49-F238E27FC236}">
                <a16:creationId xmlns:a16="http://schemas.microsoft.com/office/drawing/2014/main" id="{46CBAEC1-196F-4A88-A659-0534B972ACD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191892" y="12834257"/>
            <a:ext cx="9435215" cy="65640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E8C6EE2-AF2A-4F23-9E3C-9A83539F430B}"/>
              </a:ext>
            </a:extLst>
          </p:cNvPr>
          <p:cNvSpPr txBox="1"/>
          <p:nvPr/>
        </p:nvSpPr>
        <p:spPr>
          <a:xfrm>
            <a:off x="21762250" y="21063857"/>
            <a:ext cx="2730607" cy="2853392"/>
          </a:xfrm>
          <a:prstGeom prst="rect">
            <a:avLst/>
          </a:prstGeom>
          <a:noFill/>
        </p:spPr>
        <p:txBody>
          <a:bodyPr wrap="square" rtlCol="0">
            <a:noAutofit/>
          </a:bodyPr>
          <a:lstStyle/>
          <a:p>
            <a:r>
              <a:rPr lang="en-US" sz="2800" i="1" dirty="0">
                <a:latin typeface="Cambria" panose="02040503050406030204" pitchFamily="18" charset="0"/>
                <a:ea typeface="Cambria" panose="02040503050406030204" pitchFamily="18" charset="0"/>
              </a:rPr>
              <a:t>Scatter  plot  and paracord plot representation of best rules extracted Bad purchases</a:t>
            </a:r>
            <a:endParaRPr lang="en-IO" sz="2800" dirty="0"/>
          </a:p>
        </p:txBody>
      </p:sp>
    </p:spTree>
    <p:extLst>
      <p:ext uri="{BB962C8B-B14F-4D97-AF65-F5344CB8AC3E}">
        <p14:creationId xmlns:p14="http://schemas.microsoft.com/office/powerpoint/2010/main" val="1967971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1171</TotalTime>
  <Words>403</Words>
  <Application>Microsoft Office PowerPoint</Application>
  <PresentationFormat>Custom</PresentationFormat>
  <Paragraphs>208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Cambria</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Tejas Dinesh Patil</dc:creator>
  <cp:lastModifiedBy>Tejas Dinesh Patil</cp:lastModifiedBy>
  <cp:revision>47</cp:revision>
  <dcterms:created xsi:type="dcterms:W3CDTF">2020-04-14T23:43:32Z</dcterms:created>
  <dcterms:modified xsi:type="dcterms:W3CDTF">2020-04-16T21:09:23Z</dcterms:modified>
</cp:coreProperties>
</file>